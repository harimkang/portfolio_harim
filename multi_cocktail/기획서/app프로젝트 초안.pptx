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85" r:id="rId2"/>
    <p:sldId id="282" r:id="rId3"/>
    <p:sldId id="286" r:id="rId4"/>
    <p:sldId id="287" r:id="rId5"/>
    <p:sldId id="288" r:id="rId6"/>
    <p:sldId id="289" r:id="rId7"/>
    <p:sldId id="290" r:id="rId8"/>
    <p:sldId id="291" r:id="rId9"/>
    <p:sldId id="292" r:id="rId10"/>
    <p:sldId id="293" r:id="rId11"/>
    <p:sldId id="294" r:id="rId12"/>
    <p:sldId id="295" r:id="rId13"/>
    <p:sldId id="296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BE8"/>
    <a:srgbClr val="8A6E5B"/>
    <a:srgbClr val="FF9999"/>
    <a:srgbClr val="8CD3D5"/>
    <a:srgbClr val="96784C"/>
    <a:srgbClr val="725B3A"/>
    <a:srgbClr val="AE8E5E"/>
    <a:srgbClr val="EEE7DD"/>
    <a:srgbClr val="D9D9D9"/>
    <a:srgbClr val="E7E7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557" autoAdjust="0"/>
    <p:restoredTop sz="94660"/>
  </p:normalViewPr>
  <p:slideViewPr>
    <p:cSldViewPr snapToGrid="0">
      <p:cViewPr varScale="1">
        <p:scale>
          <a:sx n="86" d="100"/>
          <a:sy n="86" d="100"/>
        </p:scale>
        <p:origin x="854" y="72"/>
      </p:cViewPr>
      <p:guideLst>
        <p:guide orient="horz" pos="2160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5EC68C-9018-4E04-8B39-5659FE5775CE}" type="datetimeFigureOut">
              <a:rPr lang="ko-KR" altLang="en-US" smtClean="0"/>
              <a:t>2018-07-26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678AB1-E21A-43B6-BD14-C8BB7D8057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7936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CBB81-E16C-4F23-8BF2-B0C25B06C54D}" type="datetimeFigureOut">
              <a:rPr lang="ko-KR" altLang="en-US" smtClean="0"/>
              <a:t>2018-07-26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BB162-8746-42C9-BFFF-D75069B678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2101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CBB81-E16C-4F23-8BF2-B0C25B06C54D}" type="datetimeFigureOut">
              <a:rPr lang="ko-KR" altLang="en-US" smtClean="0"/>
              <a:t>2018-07-26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BB162-8746-42C9-BFFF-D75069B678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740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CBB81-E16C-4F23-8BF2-B0C25B06C54D}" type="datetimeFigureOut">
              <a:rPr lang="ko-KR" altLang="en-US" smtClean="0"/>
              <a:t>2018-07-26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BB162-8746-42C9-BFFF-D75069B678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392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CBB81-E16C-4F23-8BF2-B0C25B06C54D}" type="datetimeFigureOut">
              <a:rPr lang="ko-KR" altLang="en-US" smtClean="0"/>
              <a:t>2018-07-26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BB162-8746-42C9-BFFF-D75069B678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8030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CBB81-E16C-4F23-8BF2-B0C25B06C54D}" type="datetimeFigureOut">
              <a:rPr lang="ko-KR" altLang="en-US" smtClean="0"/>
              <a:t>2018-07-26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BB162-8746-42C9-BFFF-D75069B678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9944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CBB81-E16C-4F23-8BF2-B0C25B06C54D}" type="datetimeFigureOut">
              <a:rPr lang="ko-KR" altLang="en-US" smtClean="0"/>
              <a:t>2018-07-26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BB162-8746-42C9-BFFF-D75069B678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7876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CBB81-E16C-4F23-8BF2-B0C25B06C54D}" type="datetimeFigureOut">
              <a:rPr lang="ko-KR" altLang="en-US" smtClean="0"/>
              <a:t>2018-07-26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BB162-8746-42C9-BFFF-D75069B678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0068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CBB81-E16C-4F23-8BF2-B0C25B06C54D}" type="datetimeFigureOut">
              <a:rPr lang="ko-KR" altLang="en-US" smtClean="0"/>
              <a:t>2018-07-26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BB162-8746-42C9-BFFF-D75069B678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052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CBB81-E16C-4F23-8BF2-B0C25B06C54D}" type="datetimeFigureOut">
              <a:rPr lang="ko-KR" altLang="en-US" smtClean="0"/>
              <a:t>2018-07-26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BB162-8746-42C9-BFFF-D75069B678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0193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CBB81-E16C-4F23-8BF2-B0C25B06C54D}" type="datetimeFigureOut">
              <a:rPr lang="ko-KR" altLang="en-US" smtClean="0"/>
              <a:t>2018-07-26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BB162-8746-42C9-BFFF-D75069B678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2597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CBB81-E16C-4F23-8BF2-B0C25B06C54D}" type="datetimeFigureOut">
              <a:rPr lang="ko-KR" altLang="en-US" smtClean="0"/>
              <a:t>2018-07-26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BB162-8746-42C9-BFFF-D75069B678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596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9CBB81-E16C-4F23-8BF2-B0C25B06C54D}" type="datetimeFigureOut">
              <a:rPr lang="ko-KR" altLang="en-US" smtClean="0"/>
              <a:t>2018-07-26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FBB162-8746-42C9-BFFF-D75069B678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5580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자유형 48">
            <a:extLst>
              <a:ext uri="{FF2B5EF4-FFF2-40B4-BE49-F238E27FC236}">
                <a16:creationId xmlns:a16="http://schemas.microsoft.com/office/drawing/2014/main" id="{536D66AC-2A78-47F3-BAAB-5FB8CEDBB5CA}"/>
              </a:ext>
            </a:extLst>
          </p:cNvPr>
          <p:cNvSpPr/>
          <p:nvPr/>
        </p:nvSpPr>
        <p:spPr>
          <a:xfrm rot="10800000">
            <a:off x="-2" y="6153478"/>
            <a:ext cx="12191999" cy="711664"/>
          </a:xfrm>
          <a:custGeom>
            <a:avLst/>
            <a:gdLst>
              <a:gd name="connsiteX0" fmla="*/ 0 w 12191999"/>
              <a:gd name="connsiteY0" fmla="*/ 0 h 965200"/>
              <a:gd name="connsiteX1" fmla="*/ 12191999 w 12191999"/>
              <a:gd name="connsiteY1" fmla="*/ 0 h 965200"/>
              <a:gd name="connsiteX2" fmla="*/ 12191999 w 12191999"/>
              <a:gd name="connsiteY2" fmla="*/ 621393 h 965200"/>
              <a:gd name="connsiteX3" fmla="*/ 11155972 w 12191999"/>
              <a:gd name="connsiteY3" fmla="*/ 621393 h 965200"/>
              <a:gd name="connsiteX4" fmla="*/ 11009922 w 12191999"/>
              <a:gd name="connsiteY4" fmla="*/ 767443 h 965200"/>
              <a:gd name="connsiteX5" fmla="*/ 11015966 w 12191999"/>
              <a:gd name="connsiteY5" fmla="*/ 797379 h 965200"/>
              <a:gd name="connsiteX6" fmla="*/ 9981222 w 12191999"/>
              <a:gd name="connsiteY6" fmla="*/ 797379 h 965200"/>
              <a:gd name="connsiteX7" fmla="*/ 9835172 w 12191999"/>
              <a:gd name="connsiteY7" fmla="*/ 943429 h 965200"/>
              <a:gd name="connsiteX8" fmla="*/ 9839567 w 12191999"/>
              <a:gd name="connsiteY8" fmla="*/ 965200 h 965200"/>
              <a:gd name="connsiteX9" fmla="*/ 8241580 w 12191999"/>
              <a:gd name="connsiteY9" fmla="*/ 965200 h 965200"/>
              <a:gd name="connsiteX10" fmla="*/ 8219038 w 12191999"/>
              <a:gd name="connsiteY10" fmla="*/ 931765 h 965200"/>
              <a:gd name="connsiteX11" fmla="*/ 8123462 w 12191999"/>
              <a:gd name="connsiteY11" fmla="*/ 892177 h 965200"/>
              <a:gd name="connsiteX12" fmla="*/ 5353956 w 12191999"/>
              <a:gd name="connsiteY12" fmla="*/ 892177 h 965200"/>
              <a:gd name="connsiteX13" fmla="*/ 5258380 w 12191999"/>
              <a:gd name="connsiteY13" fmla="*/ 931765 h 965200"/>
              <a:gd name="connsiteX14" fmla="*/ 5235837 w 12191999"/>
              <a:gd name="connsiteY14" fmla="*/ 965200 h 965200"/>
              <a:gd name="connsiteX15" fmla="*/ 689794 w 12191999"/>
              <a:gd name="connsiteY15" fmla="*/ 965200 h 965200"/>
              <a:gd name="connsiteX16" fmla="*/ 694190 w 12191999"/>
              <a:gd name="connsiteY16" fmla="*/ 943429 h 965200"/>
              <a:gd name="connsiteX17" fmla="*/ 548140 w 12191999"/>
              <a:gd name="connsiteY17" fmla="*/ 797379 h 965200"/>
              <a:gd name="connsiteX18" fmla="*/ 393968 w 12191999"/>
              <a:gd name="connsiteY18" fmla="*/ 797379 h 965200"/>
              <a:gd name="connsiteX19" fmla="*/ 394151 w 12191999"/>
              <a:gd name="connsiteY19" fmla="*/ 796472 h 965200"/>
              <a:gd name="connsiteX20" fmla="*/ 248101 w 12191999"/>
              <a:gd name="connsiteY20" fmla="*/ 650422 h 965200"/>
              <a:gd name="connsiteX21" fmla="*/ 0 w 12191999"/>
              <a:gd name="connsiteY21" fmla="*/ 650422 h 96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2191999" h="965200">
                <a:moveTo>
                  <a:pt x="0" y="0"/>
                </a:moveTo>
                <a:lnTo>
                  <a:pt x="12191999" y="0"/>
                </a:lnTo>
                <a:lnTo>
                  <a:pt x="12191999" y="621393"/>
                </a:lnTo>
                <a:lnTo>
                  <a:pt x="11155972" y="621393"/>
                </a:lnTo>
                <a:cubicBezTo>
                  <a:pt x="11075311" y="621393"/>
                  <a:pt x="11009922" y="686782"/>
                  <a:pt x="11009922" y="767443"/>
                </a:cubicBezTo>
                <a:lnTo>
                  <a:pt x="11015966" y="797379"/>
                </a:lnTo>
                <a:lnTo>
                  <a:pt x="9981222" y="797379"/>
                </a:lnTo>
                <a:cubicBezTo>
                  <a:pt x="9900561" y="797379"/>
                  <a:pt x="9835172" y="862768"/>
                  <a:pt x="9835172" y="943429"/>
                </a:cubicBezTo>
                <a:lnTo>
                  <a:pt x="9839567" y="965200"/>
                </a:lnTo>
                <a:lnTo>
                  <a:pt x="8241580" y="965200"/>
                </a:lnTo>
                <a:lnTo>
                  <a:pt x="8219038" y="931765"/>
                </a:lnTo>
                <a:cubicBezTo>
                  <a:pt x="8194578" y="907305"/>
                  <a:pt x="8160787" y="892177"/>
                  <a:pt x="8123462" y="892177"/>
                </a:cubicBezTo>
                <a:lnTo>
                  <a:pt x="5353956" y="892177"/>
                </a:lnTo>
                <a:cubicBezTo>
                  <a:pt x="5316631" y="892177"/>
                  <a:pt x="5282840" y="907305"/>
                  <a:pt x="5258380" y="931765"/>
                </a:cubicBezTo>
                <a:lnTo>
                  <a:pt x="5235837" y="965200"/>
                </a:lnTo>
                <a:lnTo>
                  <a:pt x="689794" y="965200"/>
                </a:lnTo>
                <a:lnTo>
                  <a:pt x="694190" y="943429"/>
                </a:lnTo>
                <a:cubicBezTo>
                  <a:pt x="694190" y="862768"/>
                  <a:pt x="628801" y="797379"/>
                  <a:pt x="548140" y="797379"/>
                </a:cubicBezTo>
                <a:lnTo>
                  <a:pt x="393968" y="797379"/>
                </a:lnTo>
                <a:lnTo>
                  <a:pt x="394151" y="796472"/>
                </a:lnTo>
                <a:cubicBezTo>
                  <a:pt x="394151" y="715811"/>
                  <a:pt x="328762" y="650422"/>
                  <a:pt x="248101" y="650422"/>
                </a:cubicBezTo>
                <a:lnTo>
                  <a:pt x="0" y="650422"/>
                </a:lnTo>
                <a:close/>
              </a:path>
            </a:pathLst>
          </a:custGeom>
          <a:solidFill>
            <a:srgbClr val="8CD3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2">
              <a:lnSpc>
                <a:spcPct val="150000"/>
              </a:lnSpc>
            </a:pPr>
            <a:r>
              <a:rPr lang="en-US" altLang="ko-KR" sz="1600" i="1" dirty="0">
                <a:solidFill>
                  <a:prstClr val="white"/>
                </a:solidFill>
              </a:rPr>
              <a:t>Cocktail </a:t>
            </a:r>
            <a:r>
              <a:rPr lang="en-US" altLang="ko-KR" sz="2000" b="1" i="1" dirty="0">
                <a:solidFill>
                  <a:prstClr val="white"/>
                </a:solidFill>
              </a:rPr>
              <a:t>APPLICATION</a:t>
            </a:r>
          </a:p>
        </p:txBody>
      </p:sp>
      <p:sp>
        <p:nvSpPr>
          <p:cNvPr id="34" name="양쪽 모서리가 둥근 사각형 110">
            <a:extLst>
              <a:ext uri="{FF2B5EF4-FFF2-40B4-BE49-F238E27FC236}">
                <a16:creationId xmlns:a16="http://schemas.microsoft.com/office/drawing/2014/main" id="{0B8DB9CD-B452-4B1C-9490-06B6BC33480B}"/>
              </a:ext>
            </a:extLst>
          </p:cNvPr>
          <p:cNvSpPr/>
          <p:nvPr/>
        </p:nvSpPr>
        <p:spPr>
          <a:xfrm rot="16200000" flipH="1">
            <a:off x="6609422" y="3505151"/>
            <a:ext cx="1058538" cy="1390650"/>
          </a:xfrm>
          <a:prstGeom prst="round2SameRect">
            <a:avLst>
              <a:gd name="adj1" fmla="val 17199"/>
              <a:gd name="adj2" fmla="val 0"/>
            </a:avLst>
          </a:prstGeom>
          <a:solidFill>
            <a:srgbClr val="8CD3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0" name="그룹 29"/>
          <p:cNvGrpSpPr/>
          <p:nvPr/>
        </p:nvGrpSpPr>
        <p:grpSpPr>
          <a:xfrm>
            <a:off x="6458254" y="1364712"/>
            <a:ext cx="4355191" cy="1066085"/>
            <a:chOff x="990600" y="3175715"/>
            <a:chExt cx="4355191" cy="1190171"/>
          </a:xfrm>
        </p:grpSpPr>
        <p:sp>
          <p:nvSpPr>
            <p:cNvPr id="16" name="양쪽 모서리가 둥근 사각형 15"/>
            <p:cNvSpPr/>
            <p:nvPr/>
          </p:nvSpPr>
          <p:spPr>
            <a:xfrm rot="16200000" flipH="1">
              <a:off x="1095052" y="3079688"/>
              <a:ext cx="1181746" cy="1390650"/>
            </a:xfrm>
            <a:prstGeom prst="round2SameRect">
              <a:avLst>
                <a:gd name="adj1" fmla="val 17199"/>
                <a:gd name="adj2" fmla="val 0"/>
              </a:avLst>
            </a:prstGeom>
            <a:solidFill>
              <a:srgbClr val="8CD3D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4" name="모서리가 둥근 직사각형 13"/>
            <p:cNvSpPr/>
            <p:nvPr/>
          </p:nvSpPr>
          <p:spPr>
            <a:xfrm>
              <a:off x="990600" y="3175715"/>
              <a:ext cx="4355191" cy="1190171"/>
            </a:xfrm>
            <a:prstGeom prst="roundRect">
              <a:avLst/>
            </a:prstGeom>
            <a:noFill/>
            <a:ln w="28575">
              <a:solidFill>
                <a:srgbClr val="8A6E5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3">
                <a:lnSpc>
                  <a:spcPct val="150000"/>
                </a:lnSpc>
              </a:pPr>
              <a:endParaRPr lang="en-US" altLang="ko-KR" sz="1200" dirty="0">
                <a:solidFill>
                  <a:prstClr val="black">
                    <a:lumMod val="65000"/>
                    <a:lumOff val="35000"/>
                  </a:prstClr>
                </a:solidFill>
              </a:endParaRPr>
            </a:p>
          </p:txBody>
        </p:sp>
      </p:grpSp>
      <p:sp>
        <p:nvSpPr>
          <p:cNvPr id="11" name="직사각형 10"/>
          <p:cNvSpPr/>
          <p:nvPr/>
        </p:nvSpPr>
        <p:spPr>
          <a:xfrm>
            <a:off x="6710324" y="1606889"/>
            <a:ext cx="954107" cy="49449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50000"/>
              </a:lnSpc>
            </a:pPr>
            <a:r>
              <a:rPr lang="ko-KR" altLang="en-US" sz="2000" b="1" dirty="0" err="1">
                <a:solidFill>
                  <a:schemeClr val="bg1"/>
                </a:solidFill>
              </a:rPr>
              <a:t>강하림</a:t>
            </a:r>
            <a:endParaRPr lang="en-US" altLang="ko-KR" sz="2000" b="1" dirty="0">
              <a:solidFill>
                <a:schemeClr val="bg1"/>
              </a:solidFill>
            </a:endParaRPr>
          </a:p>
        </p:txBody>
      </p:sp>
      <p:grpSp>
        <p:nvGrpSpPr>
          <p:cNvPr id="99" name="그룹 98"/>
          <p:cNvGrpSpPr/>
          <p:nvPr/>
        </p:nvGrpSpPr>
        <p:grpSpPr>
          <a:xfrm>
            <a:off x="6434520" y="2529026"/>
            <a:ext cx="4355191" cy="1066085"/>
            <a:chOff x="990600" y="3175715"/>
            <a:chExt cx="4355191" cy="1190171"/>
          </a:xfrm>
        </p:grpSpPr>
        <p:sp>
          <p:nvSpPr>
            <p:cNvPr id="100" name="양쪽 모서리가 둥근 사각형 99"/>
            <p:cNvSpPr/>
            <p:nvPr/>
          </p:nvSpPr>
          <p:spPr>
            <a:xfrm rot="16200000" flipH="1">
              <a:off x="1095052" y="3079688"/>
              <a:ext cx="1181746" cy="1390650"/>
            </a:xfrm>
            <a:prstGeom prst="round2SameRect">
              <a:avLst>
                <a:gd name="adj1" fmla="val 17199"/>
                <a:gd name="adj2" fmla="val 0"/>
              </a:avLst>
            </a:prstGeom>
            <a:solidFill>
              <a:srgbClr val="FF99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01" name="모서리가 둥근 직사각형 100"/>
            <p:cNvSpPr/>
            <p:nvPr/>
          </p:nvSpPr>
          <p:spPr>
            <a:xfrm>
              <a:off x="990600" y="3175715"/>
              <a:ext cx="4355191" cy="1190171"/>
            </a:xfrm>
            <a:prstGeom prst="roundRect">
              <a:avLst/>
            </a:prstGeom>
            <a:noFill/>
            <a:ln w="28575">
              <a:solidFill>
                <a:srgbClr val="8A6E5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3">
                <a:lnSpc>
                  <a:spcPct val="150000"/>
                </a:lnSpc>
              </a:pPr>
              <a:endParaRPr lang="en-US" altLang="ko-KR" sz="1200" dirty="0">
                <a:solidFill>
                  <a:prstClr val="black">
                    <a:lumMod val="65000"/>
                    <a:lumOff val="35000"/>
                  </a:prstClr>
                </a:solidFill>
              </a:endParaRPr>
            </a:p>
          </p:txBody>
        </p:sp>
      </p:grpSp>
      <p:sp>
        <p:nvSpPr>
          <p:cNvPr id="105" name="직사각형 104"/>
          <p:cNvSpPr/>
          <p:nvPr/>
        </p:nvSpPr>
        <p:spPr>
          <a:xfrm>
            <a:off x="6686590" y="2771203"/>
            <a:ext cx="954107" cy="49449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50000"/>
              </a:lnSpc>
            </a:pPr>
            <a:r>
              <a:rPr lang="ko-KR" altLang="en-US" sz="2000" b="1" dirty="0" err="1">
                <a:solidFill>
                  <a:schemeClr val="bg1"/>
                </a:solidFill>
              </a:rPr>
              <a:t>박하진</a:t>
            </a:r>
            <a:endParaRPr lang="en-US" altLang="ko-KR" sz="2000" b="1" dirty="0">
              <a:solidFill>
                <a:schemeClr val="bg1"/>
              </a:solidFill>
            </a:endParaRPr>
          </a:p>
        </p:txBody>
      </p:sp>
      <p:sp>
        <p:nvSpPr>
          <p:cNvPr id="108" name="모서리가 둥근 직사각형 107"/>
          <p:cNvSpPr/>
          <p:nvPr/>
        </p:nvSpPr>
        <p:spPr>
          <a:xfrm>
            <a:off x="6458253" y="3693339"/>
            <a:ext cx="4355191" cy="1066085"/>
          </a:xfrm>
          <a:prstGeom prst="roundRect">
            <a:avLst/>
          </a:prstGeom>
          <a:noFill/>
          <a:ln w="28575">
            <a:solidFill>
              <a:srgbClr val="8A6E5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3">
              <a:lnSpc>
                <a:spcPct val="150000"/>
              </a:lnSpc>
            </a:pPr>
            <a:endParaRPr lang="en-US" altLang="ko-KR" sz="1200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109" name="직사각형 108"/>
          <p:cNvSpPr/>
          <p:nvPr/>
        </p:nvSpPr>
        <p:spPr>
          <a:xfrm>
            <a:off x="6710323" y="3935516"/>
            <a:ext cx="954107" cy="49449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50000"/>
              </a:lnSpc>
            </a:pPr>
            <a:r>
              <a:rPr lang="ko-KR" altLang="en-US" sz="2000" b="1" dirty="0">
                <a:solidFill>
                  <a:schemeClr val="bg1"/>
                </a:solidFill>
              </a:rPr>
              <a:t>김익환</a:t>
            </a:r>
            <a:endParaRPr lang="en-US" altLang="ko-KR" sz="2000" b="1" dirty="0">
              <a:solidFill>
                <a:schemeClr val="bg1"/>
              </a:solidFill>
            </a:endParaRPr>
          </a:p>
        </p:txBody>
      </p:sp>
      <p:grpSp>
        <p:nvGrpSpPr>
          <p:cNvPr id="110" name="그룹 109"/>
          <p:cNvGrpSpPr/>
          <p:nvPr/>
        </p:nvGrpSpPr>
        <p:grpSpPr>
          <a:xfrm>
            <a:off x="6434519" y="4857653"/>
            <a:ext cx="4355191" cy="1066085"/>
            <a:chOff x="990600" y="3175715"/>
            <a:chExt cx="4355191" cy="1190171"/>
          </a:xfrm>
        </p:grpSpPr>
        <p:sp>
          <p:nvSpPr>
            <p:cNvPr id="111" name="양쪽 모서리가 둥근 사각형 110"/>
            <p:cNvSpPr/>
            <p:nvPr/>
          </p:nvSpPr>
          <p:spPr>
            <a:xfrm rot="16200000" flipH="1">
              <a:off x="1095052" y="3079688"/>
              <a:ext cx="1181746" cy="1390650"/>
            </a:xfrm>
            <a:prstGeom prst="round2SameRect">
              <a:avLst>
                <a:gd name="adj1" fmla="val 17199"/>
                <a:gd name="adj2" fmla="val 0"/>
              </a:avLst>
            </a:prstGeom>
            <a:solidFill>
              <a:srgbClr val="8CD3D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12" name="모서리가 둥근 직사각형 111"/>
            <p:cNvSpPr/>
            <p:nvPr/>
          </p:nvSpPr>
          <p:spPr>
            <a:xfrm>
              <a:off x="990600" y="3175715"/>
              <a:ext cx="4355191" cy="1190171"/>
            </a:xfrm>
            <a:prstGeom prst="roundRect">
              <a:avLst/>
            </a:prstGeom>
            <a:noFill/>
            <a:ln w="28575">
              <a:solidFill>
                <a:srgbClr val="8A6E5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3">
                <a:lnSpc>
                  <a:spcPct val="150000"/>
                </a:lnSpc>
              </a:pPr>
              <a:endParaRPr lang="en-US" altLang="ko-KR" sz="1200" dirty="0">
                <a:solidFill>
                  <a:prstClr val="black">
                    <a:lumMod val="65000"/>
                    <a:lumOff val="35000"/>
                  </a:prstClr>
                </a:solidFill>
              </a:endParaRPr>
            </a:p>
          </p:txBody>
        </p:sp>
      </p:grpSp>
      <p:sp>
        <p:nvSpPr>
          <p:cNvPr id="113" name="직사각형 112"/>
          <p:cNvSpPr/>
          <p:nvPr/>
        </p:nvSpPr>
        <p:spPr>
          <a:xfrm>
            <a:off x="6686589" y="5099830"/>
            <a:ext cx="954107" cy="49449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50000"/>
              </a:lnSpc>
            </a:pPr>
            <a:r>
              <a:rPr lang="ko-KR" altLang="en-US" sz="2000" b="1" dirty="0">
                <a:solidFill>
                  <a:schemeClr val="bg1"/>
                </a:solidFill>
              </a:rPr>
              <a:t>이기훈</a:t>
            </a:r>
            <a:endParaRPr lang="en-US" altLang="ko-KR" sz="2000" b="1" dirty="0">
              <a:solidFill>
                <a:schemeClr val="bg1"/>
              </a:solidFill>
            </a:endParaRPr>
          </a:p>
        </p:txBody>
      </p:sp>
      <p:grpSp>
        <p:nvGrpSpPr>
          <p:cNvPr id="9" name="그룹 8"/>
          <p:cNvGrpSpPr/>
          <p:nvPr/>
        </p:nvGrpSpPr>
        <p:grpSpPr>
          <a:xfrm>
            <a:off x="6241269" y="4528239"/>
            <a:ext cx="729124" cy="729124"/>
            <a:chOff x="10037986" y="163806"/>
            <a:chExt cx="1213018" cy="1213018"/>
          </a:xfrm>
        </p:grpSpPr>
        <p:sp>
          <p:nvSpPr>
            <p:cNvPr id="94" name="타원 93"/>
            <p:cNvSpPr/>
            <p:nvPr/>
          </p:nvSpPr>
          <p:spPr>
            <a:xfrm>
              <a:off x="10037986" y="163806"/>
              <a:ext cx="1213018" cy="1213018"/>
            </a:xfrm>
            <a:prstGeom prst="ellipse">
              <a:avLst/>
            </a:prstGeom>
            <a:solidFill>
              <a:srgbClr val="FFFBE8"/>
            </a:solidFill>
            <a:ln w="28575">
              <a:solidFill>
                <a:srgbClr val="8A6E5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b="1">
                <a:solidFill>
                  <a:prstClr val="white"/>
                </a:solidFill>
              </a:endParaRPr>
            </a:p>
          </p:txBody>
        </p:sp>
        <p:pic>
          <p:nvPicPr>
            <p:cNvPr id="96" name="그림 9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50780" y="376601"/>
              <a:ext cx="787427" cy="787427"/>
            </a:xfrm>
            <a:prstGeom prst="rect">
              <a:avLst/>
            </a:prstGeom>
          </p:spPr>
        </p:pic>
      </p:grpSp>
      <p:grpSp>
        <p:nvGrpSpPr>
          <p:cNvPr id="7" name="그룹 6"/>
          <p:cNvGrpSpPr/>
          <p:nvPr/>
        </p:nvGrpSpPr>
        <p:grpSpPr>
          <a:xfrm>
            <a:off x="6241270" y="2160691"/>
            <a:ext cx="729124" cy="729124"/>
            <a:chOff x="4362742" y="172969"/>
            <a:chExt cx="1213018" cy="1213018"/>
          </a:xfrm>
        </p:grpSpPr>
        <p:sp>
          <p:nvSpPr>
            <p:cNvPr id="95" name="타원 94"/>
            <p:cNvSpPr/>
            <p:nvPr/>
          </p:nvSpPr>
          <p:spPr>
            <a:xfrm>
              <a:off x="4362742" y="172969"/>
              <a:ext cx="1213018" cy="1213018"/>
            </a:xfrm>
            <a:prstGeom prst="ellipse">
              <a:avLst/>
            </a:prstGeom>
            <a:solidFill>
              <a:srgbClr val="FFFBE8"/>
            </a:solidFill>
            <a:ln w="28575">
              <a:solidFill>
                <a:srgbClr val="8A6E5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b="1">
                <a:solidFill>
                  <a:prstClr val="white"/>
                </a:solidFill>
              </a:endParaRPr>
            </a:p>
          </p:txBody>
        </p:sp>
        <p:pic>
          <p:nvPicPr>
            <p:cNvPr id="98" name="그림 97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59300" y="369527"/>
              <a:ext cx="819901" cy="819901"/>
            </a:xfrm>
            <a:prstGeom prst="rect">
              <a:avLst/>
            </a:prstGeom>
          </p:spPr>
        </p:pic>
      </p:grpSp>
      <p:grpSp>
        <p:nvGrpSpPr>
          <p:cNvPr id="18" name="그룹 17"/>
          <p:cNvGrpSpPr/>
          <p:nvPr/>
        </p:nvGrpSpPr>
        <p:grpSpPr>
          <a:xfrm>
            <a:off x="10153776" y="1332818"/>
            <a:ext cx="393700" cy="446541"/>
            <a:chOff x="10102672" y="1197965"/>
            <a:chExt cx="393700" cy="446541"/>
          </a:xfrm>
        </p:grpSpPr>
        <p:sp>
          <p:nvSpPr>
            <p:cNvPr id="12" name="세로로 말린 두루마리 모양 11"/>
            <p:cNvSpPr/>
            <p:nvPr/>
          </p:nvSpPr>
          <p:spPr>
            <a:xfrm>
              <a:off x="10102672" y="1197965"/>
              <a:ext cx="368300" cy="446541"/>
            </a:xfrm>
            <a:prstGeom prst="verticalScroll">
              <a:avLst/>
            </a:prstGeom>
            <a:solidFill>
              <a:srgbClr val="8A6E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10117675" y="1198762"/>
              <a:ext cx="378697" cy="4308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1100" dirty="0">
                  <a:solidFill>
                    <a:schemeClr val="bg1"/>
                  </a:solidFill>
                </a:rPr>
                <a:t>팀장</a:t>
              </a:r>
            </a:p>
          </p:txBody>
        </p:sp>
      </p:grpSp>
      <p:sp>
        <p:nvSpPr>
          <p:cNvPr id="114" name="직사각형 113"/>
          <p:cNvSpPr/>
          <p:nvPr/>
        </p:nvSpPr>
        <p:spPr>
          <a:xfrm>
            <a:off x="609601" y="1135358"/>
            <a:ext cx="4966244" cy="14507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i="1" dirty="0">
                <a:solidFill>
                  <a:srgbClr val="8A6E5B"/>
                </a:solidFill>
              </a:rPr>
              <a:t>Cocktail/Bar Application 3</a:t>
            </a:r>
            <a:r>
              <a:rPr lang="ko-KR" altLang="en-US" sz="2400" i="1" dirty="0">
                <a:solidFill>
                  <a:srgbClr val="8A6E5B"/>
                </a:solidFill>
              </a:rPr>
              <a:t>조</a:t>
            </a:r>
            <a:r>
              <a:rPr lang="en-US" altLang="ko-KR" sz="2400" i="1" dirty="0">
                <a:solidFill>
                  <a:srgbClr val="8A6E5B"/>
                </a:solidFill>
              </a:rPr>
              <a:t> </a:t>
            </a:r>
            <a:r>
              <a:rPr lang="en-US" altLang="ko-KR" sz="4000" b="1" i="1" dirty="0">
                <a:solidFill>
                  <a:srgbClr val="8A6E5B"/>
                </a:solidFill>
              </a:rPr>
              <a:t>COCKTAIL PROJECT</a:t>
            </a: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D7CE84B9-D7B4-4519-A0AC-53E31DAD9847}"/>
              </a:ext>
            </a:extLst>
          </p:cNvPr>
          <p:cNvGrpSpPr/>
          <p:nvPr/>
        </p:nvGrpSpPr>
        <p:grpSpPr>
          <a:xfrm>
            <a:off x="6241269" y="1024508"/>
            <a:ext cx="729124" cy="729124"/>
            <a:chOff x="10037986" y="163806"/>
            <a:chExt cx="1213018" cy="1213018"/>
          </a:xfrm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F3B21DCE-9A9E-4FE2-AB32-E1FFBAC19C0A}"/>
                </a:ext>
              </a:extLst>
            </p:cNvPr>
            <p:cNvSpPr/>
            <p:nvPr/>
          </p:nvSpPr>
          <p:spPr>
            <a:xfrm>
              <a:off x="10037986" y="163806"/>
              <a:ext cx="1213018" cy="1213018"/>
            </a:xfrm>
            <a:prstGeom prst="ellipse">
              <a:avLst/>
            </a:prstGeom>
            <a:solidFill>
              <a:srgbClr val="FFFBE8"/>
            </a:solidFill>
            <a:ln w="28575">
              <a:solidFill>
                <a:srgbClr val="8A6E5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b="1">
                <a:solidFill>
                  <a:prstClr val="white"/>
                </a:solidFill>
              </a:endParaRPr>
            </a:p>
          </p:txBody>
        </p:sp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id="{ACFE4AF6-BA69-40B6-A6B3-E904FA7290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50780" y="376601"/>
              <a:ext cx="787427" cy="787427"/>
            </a:xfrm>
            <a:prstGeom prst="rect">
              <a:avLst/>
            </a:prstGeom>
          </p:spPr>
        </p:pic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2AD82D74-9D7C-46BB-9947-8EC423868E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0983" y="2680984"/>
            <a:ext cx="3129639" cy="298099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03B8F7BD-22D5-49C1-91D2-7097892D4B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1471" y="2971850"/>
            <a:ext cx="1201202" cy="1164313"/>
          </a:xfrm>
          <a:prstGeom prst="rect">
            <a:avLst/>
          </a:prstGeom>
        </p:spPr>
      </p:pic>
      <p:sp>
        <p:nvSpPr>
          <p:cNvPr id="38" name="자유형 48">
            <a:extLst>
              <a:ext uri="{FF2B5EF4-FFF2-40B4-BE49-F238E27FC236}">
                <a16:creationId xmlns:a16="http://schemas.microsoft.com/office/drawing/2014/main" id="{3556D0D9-60B5-4039-ADC5-E00CBC8F748C}"/>
              </a:ext>
            </a:extLst>
          </p:cNvPr>
          <p:cNvSpPr/>
          <p:nvPr/>
        </p:nvSpPr>
        <p:spPr>
          <a:xfrm>
            <a:off x="2" y="0"/>
            <a:ext cx="12191999" cy="965200"/>
          </a:xfrm>
          <a:custGeom>
            <a:avLst/>
            <a:gdLst>
              <a:gd name="connsiteX0" fmla="*/ 0 w 12191999"/>
              <a:gd name="connsiteY0" fmla="*/ 0 h 965200"/>
              <a:gd name="connsiteX1" fmla="*/ 12191999 w 12191999"/>
              <a:gd name="connsiteY1" fmla="*/ 0 h 965200"/>
              <a:gd name="connsiteX2" fmla="*/ 12191999 w 12191999"/>
              <a:gd name="connsiteY2" fmla="*/ 621393 h 965200"/>
              <a:gd name="connsiteX3" fmla="*/ 11155972 w 12191999"/>
              <a:gd name="connsiteY3" fmla="*/ 621393 h 965200"/>
              <a:gd name="connsiteX4" fmla="*/ 11009922 w 12191999"/>
              <a:gd name="connsiteY4" fmla="*/ 767443 h 965200"/>
              <a:gd name="connsiteX5" fmla="*/ 11015966 w 12191999"/>
              <a:gd name="connsiteY5" fmla="*/ 797379 h 965200"/>
              <a:gd name="connsiteX6" fmla="*/ 9981222 w 12191999"/>
              <a:gd name="connsiteY6" fmla="*/ 797379 h 965200"/>
              <a:gd name="connsiteX7" fmla="*/ 9835172 w 12191999"/>
              <a:gd name="connsiteY7" fmla="*/ 943429 h 965200"/>
              <a:gd name="connsiteX8" fmla="*/ 9839567 w 12191999"/>
              <a:gd name="connsiteY8" fmla="*/ 965200 h 965200"/>
              <a:gd name="connsiteX9" fmla="*/ 8241580 w 12191999"/>
              <a:gd name="connsiteY9" fmla="*/ 965200 h 965200"/>
              <a:gd name="connsiteX10" fmla="*/ 8219038 w 12191999"/>
              <a:gd name="connsiteY10" fmla="*/ 931765 h 965200"/>
              <a:gd name="connsiteX11" fmla="*/ 8123462 w 12191999"/>
              <a:gd name="connsiteY11" fmla="*/ 892177 h 965200"/>
              <a:gd name="connsiteX12" fmla="*/ 5353956 w 12191999"/>
              <a:gd name="connsiteY12" fmla="*/ 892177 h 965200"/>
              <a:gd name="connsiteX13" fmla="*/ 5258380 w 12191999"/>
              <a:gd name="connsiteY13" fmla="*/ 931765 h 965200"/>
              <a:gd name="connsiteX14" fmla="*/ 5235837 w 12191999"/>
              <a:gd name="connsiteY14" fmla="*/ 965200 h 965200"/>
              <a:gd name="connsiteX15" fmla="*/ 689794 w 12191999"/>
              <a:gd name="connsiteY15" fmla="*/ 965200 h 965200"/>
              <a:gd name="connsiteX16" fmla="*/ 694190 w 12191999"/>
              <a:gd name="connsiteY16" fmla="*/ 943429 h 965200"/>
              <a:gd name="connsiteX17" fmla="*/ 548140 w 12191999"/>
              <a:gd name="connsiteY17" fmla="*/ 797379 h 965200"/>
              <a:gd name="connsiteX18" fmla="*/ 393968 w 12191999"/>
              <a:gd name="connsiteY18" fmla="*/ 797379 h 965200"/>
              <a:gd name="connsiteX19" fmla="*/ 394151 w 12191999"/>
              <a:gd name="connsiteY19" fmla="*/ 796472 h 965200"/>
              <a:gd name="connsiteX20" fmla="*/ 248101 w 12191999"/>
              <a:gd name="connsiteY20" fmla="*/ 650422 h 965200"/>
              <a:gd name="connsiteX21" fmla="*/ 0 w 12191999"/>
              <a:gd name="connsiteY21" fmla="*/ 650422 h 96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2191999" h="965200">
                <a:moveTo>
                  <a:pt x="0" y="0"/>
                </a:moveTo>
                <a:lnTo>
                  <a:pt x="12191999" y="0"/>
                </a:lnTo>
                <a:lnTo>
                  <a:pt x="12191999" y="621393"/>
                </a:lnTo>
                <a:lnTo>
                  <a:pt x="11155972" y="621393"/>
                </a:lnTo>
                <a:cubicBezTo>
                  <a:pt x="11075311" y="621393"/>
                  <a:pt x="11009922" y="686782"/>
                  <a:pt x="11009922" y="767443"/>
                </a:cubicBezTo>
                <a:lnTo>
                  <a:pt x="11015966" y="797379"/>
                </a:lnTo>
                <a:lnTo>
                  <a:pt x="9981222" y="797379"/>
                </a:lnTo>
                <a:cubicBezTo>
                  <a:pt x="9900561" y="797379"/>
                  <a:pt x="9835172" y="862768"/>
                  <a:pt x="9835172" y="943429"/>
                </a:cubicBezTo>
                <a:lnTo>
                  <a:pt x="9839567" y="965200"/>
                </a:lnTo>
                <a:lnTo>
                  <a:pt x="8241580" y="965200"/>
                </a:lnTo>
                <a:lnTo>
                  <a:pt x="8219038" y="931765"/>
                </a:lnTo>
                <a:cubicBezTo>
                  <a:pt x="8194578" y="907305"/>
                  <a:pt x="8160787" y="892177"/>
                  <a:pt x="8123462" y="892177"/>
                </a:cubicBezTo>
                <a:lnTo>
                  <a:pt x="5353956" y="892177"/>
                </a:lnTo>
                <a:cubicBezTo>
                  <a:pt x="5316631" y="892177"/>
                  <a:pt x="5282840" y="907305"/>
                  <a:pt x="5258380" y="931765"/>
                </a:cubicBezTo>
                <a:lnTo>
                  <a:pt x="5235837" y="965200"/>
                </a:lnTo>
                <a:lnTo>
                  <a:pt x="689794" y="965200"/>
                </a:lnTo>
                <a:lnTo>
                  <a:pt x="694190" y="943429"/>
                </a:lnTo>
                <a:cubicBezTo>
                  <a:pt x="694190" y="862768"/>
                  <a:pt x="628801" y="797379"/>
                  <a:pt x="548140" y="797379"/>
                </a:cubicBezTo>
                <a:lnTo>
                  <a:pt x="393968" y="797379"/>
                </a:lnTo>
                <a:lnTo>
                  <a:pt x="394151" y="796472"/>
                </a:lnTo>
                <a:cubicBezTo>
                  <a:pt x="394151" y="715811"/>
                  <a:pt x="328762" y="650422"/>
                  <a:pt x="248101" y="650422"/>
                </a:cubicBezTo>
                <a:lnTo>
                  <a:pt x="0" y="650422"/>
                </a:lnTo>
                <a:close/>
              </a:path>
            </a:pathLst>
          </a:custGeom>
          <a:solidFill>
            <a:srgbClr val="8CD3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2">
              <a:lnSpc>
                <a:spcPct val="150000"/>
              </a:lnSpc>
            </a:pPr>
            <a:r>
              <a:rPr lang="en-US" altLang="ko-KR" sz="1600" i="1" dirty="0">
                <a:solidFill>
                  <a:prstClr val="white"/>
                </a:solidFill>
              </a:rPr>
              <a:t>Cocktail </a:t>
            </a:r>
            <a:r>
              <a:rPr lang="en-US" altLang="ko-KR" sz="2000" b="1" i="1" dirty="0">
                <a:solidFill>
                  <a:prstClr val="white"/>
                </a:solidFill>
              </a:rPr>
              <a:t>APPLICATION</a:t>
            </a:r>
          </a:p>
        </p:txBody>
      </p:sp>
      <p:grpSp>
        <p:nvGrpSpPr>
          <p:cNvPr id="6" name="그룹 5"/>
          <p:cNvGrpSpPr/>
          <p:nvPr/>
        </p:nvGrpSpPr>
        <p:grpSpPr>
          <a:xfrm>
            <a:off x="6241269" y="3410786"/>
            <a:ext cx="729124" cy="729124"/>
            <a:chOff x="1552695" y="170392"/>
            <a:chExt cx="1213018" cy="1213018"/>
          </a:xfrm>
        </p:grpSpPr>
        <p:sp>
          <p:nvSpPr>
            <p:cNvPr id="91" name="타원 90"/>
            <p:cNvSpPr/>
            <p:nvPr/>
          </p:nvSpPr>
          <p:spPr>
            <a:xfrm>
              <a:off x="1552695" y="170392"/>
              <a:ext cx="1213018" cy="1213018"/>
            </a:xfrm>
            <a:prstGeom prst="ellipse">
              <a:avLst/>
            </a:prstGeom>
            <a:solidFill>
              <a:srgbClr val="FFFBE8"/>
            </a:solidFill>
            <a:ln w="28575">
              <a:solidFill>
                <a:srgbClr val="8A6E5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b="1">
                <a:solidFill>
                  <a:prstClr val="white"/>
                </a:solidFill>
              </a:endParaRPr>
            </a:p>
          </p:txBody>
        </p:sp>
        <p:pic>
          <p:nvPicPr>
            <p:cNvPr id="92" name="그림 91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18799" y="336496"/>
              <a:ext cx="880809" cy="880809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164ED538-178B-4E57-9641-FA96A3D6F718}"/>
              </a:ext>
            </a:extLst>
          </p:cNvPr>
          <p:cNvSpPr txBox="1"/>
          <p:nvPr/>
        </p:nvSpPr>
        <p:spPr>
          <a:xfrm>
            <a:off x="7994588" y="1605168"/>
            <a:ext cx="26731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i="1" dirty="0">
                <a:solidFill>
                  <a:srgbClr val="8A6E5B"/>
                </a:solidFill>
              </a:rPr>
              <a:t>맛집 화면 구성 및</a:t>
            </a:r>
            <a:endParaRPr lang="en-US" altLang="ko-KR" i="1" dirty="0">
              <a:solidFill>
                <a:srgbClr val="8A6E5B"/>
              </a:solidFill>
            </a:endParaRPr>
          </a:p>
          <a:p>
            <a:r>
              <a:rPr lang="ko-KR" altLang="en-US" i="1" dirty="0">
                <a:solidFill>
                  <a:srgbClr val="8A6E5B"/>
                </a:solidFill>
              </a:rPr>
              <a:t>평점</a:t>
            </a:r>
            <a:r>
              <a:rPr lang="en-US" altLang="ko-KR" i="1" dirty="0">
                <a:solidFill>
                  <a:srgbClr val="8A6E5B"/>
                </a:solidFill>
              </a:rPr>
              <a:t>,</a:t>
            </a:r>
            <a:r>
              <a:rPr lang="ko-KR" altLang="en-US" i="1" dirty="0">
                <a:solidFill>
                  <a:srgbClr val="8A6E5B"/>
                </a:solidFill>
              </a:rPr>
              <a:t>후기 기능 구현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F1A52C1-68C7-4008-82E3-41B33AD947F8}"/>
              </a:ext>
            </a:extLst>
          </p:cNvPr>
          <p:cNvSpPr txBox="1"/>
          <p:nvPr/>
        </p:nvSpPr>
        <p:spPr>
          <a:xfrm>
            <a:off x="7994588" y="2741653"/>
            <a:ext cx="26731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i="1" dirty="0">
                <a:solidFill>
                  <a:srgbClr val="8A6E5B"/>
                </a:solidFill>
              </a:rPr>
              <a:t>메인</a:t>
            </a:r>
            <a:r>
              <a:rPr lang="en-US" altLang="ko-KR" i="1" dirty="0">
                <a:solidFill>
                  <a:srgbClr val="8A6E5B"/>
                </a:solidFill>
              </a:rPr>
              <a:t>, </a:t>
            </a:r>
            <a:r>
              <a:rPr lang="ko-KR" altLang="en-US" i="1" dirty="0">
                <a:solidFill>
                  <a:srgbClr val="8A6E5B"/>
                </a:solidFill>
              </a:rPr>
              <a:t>순위</a:t>
            </a:r>
            <a:r>
              <a:rPr lang="en-US" altLang="ko-KR" i="1" dirty="0">
                <a:solidFill>
                  <a:srgbClr val="8A6E5B"/>
                </a:solidFill>
              </a:rPr>
              <a:t>, </a:t>
            </a:r>
            <a:r>
              <a:rPr lang="ko-KR" altLang="en-US" i="1" dirty="0">
                <a:solidFill>
                  <a:srgbClr val="8A6E5B"/>
                </a:solidFill>
              </a:rPr>
              <a:t>메뉴 </a:t>
            </a:r>
            <a:endParaRPr lang="en-US" altLang="ko-KR" i="1" dirty="0">
              <a:solidFill>
                <a:srgbClr val="8A6E5B"/>
              </a:solidFill>
            </a:endParaRPr>
          </a:p>
          <a:p>
            <a:r>
              <a:rPr lang="en-US" altLang="ko-KR" i="1" dirty="0">
                <a:solidFill>
                  <a:srgbClr val="8A6E5B"/>
                </a:solidFill>
              </a:rPr>
              <a:t>UI </a:t>
            </a:r>
            <a:r>
              <a:rPr lang="ko-KR" altLang="en-US" i="1" dirty="0">
                <a:solidFill>
                  <a:srgbClr val="8A6E5B"/>
                </a:solidFill>
              </a:rPr>
              <a:t>구성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BD09ABC-76D3-49FC-BE50-2AD27F0D126C}"/>
              </a:ext>
            </a:extLst>
          </p:cNvPr>
          <p:cNvSpPr txBox="1"/>
          <p:nvPr/>
        </p:nvSpPr>
        <p:spPr>
          <a:xfrm>
            <a:off x="7994588" y="3903215"/>
            <a:ext cx="26731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i="1" dirty="0">
                <a:solidFill>
                  <a:srgbClr val="8A6E5B"/>
                </a:solidFill>
              </a:rPr>
              <a:t>지도</a:t>
            </a:r>
            <a:r>
              <a:rPr lang="en-US" altLang="ko-KR" i="1" dirty="0">
                <a:solidFill>
                  <a:srgbClr val="8A6E5B"/>
                </a:solidFill>
              </a:rPr>
              <a:t>, </a:t>
            </a:r>
            <a:r>
              <a:rPr lang="ko-KR" altLang="en-US" i="1" dirty="0">
                <a:solidFill>
                  <a:srgbClr val="8A6E5B"/>
                </a:solidFill>
              </a:rPr>
              <a:t>검색 화면 구성</a:t>
            </a:r>
            <a:endParaRPr lang="en-US" altLang="ko-KR" i="1" dirty="0">
              <a:solidFill>
                <a:srgbClr val="8A6E5B"/>
              </a:solidFill>
            </a:endParaRPr>
          </a:p>
          <a:p>
            <a:r>
              <a:rPr lang="ko-KR" altLang="en-US" i="1" dirty="0">
                <a:solidFill>
                  <a:srgbClr val="8A6E5B"/>
                </a:solidFill>
              </a:rPr>
              <a:t>및 기능 구현 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322F2C0-7074-481A-905F-9763C8ADCF3E}"/>
              </a:ext>
            </a:extLst>
          </p:cNvPr>
          <p:cNvSpPr txBox="1"/>
          <p:nvPr/>
        </p:nvSpPr>
        <p:spPr>
          <a:xfrm>
            <a:off x="7988760" y="5075721"/>
            <a:ext cx="26731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i="1" dirty="0">
                <a:solidFill>
                  <a:srgbClr val="8A6E5B"/>
                </a:solidFill>
              </a:rPr>
              <a:t>칵테일 화면 구성 및</a:t>
            </a:r>
            <a:endParaRPr lang="en-US" altLang="ko-KR" i="1" dirty="0">
              <a:solidFill>
                <a:srgbClr val="8A6E5B"/>
              </a:solidFill>
            </a:endParaRPr>
          </a:p>
          <a:p>
            <a:r>
              <a:rPr lang="ko-KR" altLang="en-US" i="1" dirty="0" err="1">
                <a:solidFill>
                  <a:srgbClr val="8A6E5B"/>
                </a:solidFill>
              </a:rPr>
              <a:t>유튜브영상기능</a:t>
            </a:r>
            <a:r>
              <a:rPr lang="ko-KR" altLang="en-US" i="1" dirty="0">
                <a:solidFill>
                  <a:srgbClr val="8A6E5B"/>
                </a:solidFill>
              </a:rPr>
              <a:t> 구현</a:t>
            </a:r>
          </a:p>
        </p:txBody>
      </p:sp>
    </p:spTree>
    <p:extLst>
      <p:ext uri="{BB962C8B-B14F-4D97-AF65-F5344CB8AC3E}">
        <p14:creationId xmlns:p14="http://schemas.microsoft.com/office/powerpoint/2010/main" val="33918657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직사각형 68"/>
          <p:cNvSpPr/>
          <p:nvPr/>
        </p:nvSpPr>
        <p:spPr>
          <a:xfrm>
            <a:off x="1305154" y="3638366"/>
            <a:ext cx="42191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</a:rPr>
              <a:t>01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6506568" y="3629174"/>
            <a:ext cx="42191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</a:rPr>
              <a:t>02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76" name="직사각형 75"/>
          <p:cNvSpPr/>
          <p:nvPr/>
        </p:nvSpPr>
        <p:spPr>
          <a:xfrm>
            <a:off x="1558681" y="1152749"/>
            <a:ext cx="9074638" cy="49712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WHY //</a:t>
            </a:r>
            <a:r>
              <a:rPr lang="ko-KR" altLang="en-US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 하필 칵테일</a:t>
            </a:r>
            <a:r>
              <a:rPr lang="en-US" altLang="ko-KR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??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3600" dirty="0">
                <a:solidFill>
                  <a:srgbClr val="8A6E5B"/>
                </a:solidFill>
              </a:rPr>
              <a:t>맛집 </a:t>
            </a:r>
            <a:r>
              <a:rPr lang="en-US" altLang="ko-KR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app</a:t>
            </a:r>
            <a:r>
              <a:rPr lang="ko-KR" altLang="en-US" sz="3600" dirty="0">
                <a:solidFill>
                  <a:srgbClr val="8A6E5B"/>
                </a:solidFill>
              </a:rPr>
              <a:t>들이 아주 많지만</a:t>
            </a:r>
            <a:r>
              <a:rPr lang="en-US" altLang="ko-KR" sz="3600" dirty="0">
                <a:solidFill>
                  <a:srgbClr val="8A6E5B"/>
                </a:solidFill>
              </a:rPr>
              <a:t>, </a:t>
            </a:r>
            <a:r>
              <a:rPr lang="ko-KR" altLang="en-US" sz="3600" dirty="0">
                <a:solidFill>
                  <a:srgbClr val="8A6E5B"/>
                </a:solidFill>
              </a:rPr>
              <a:t>칵테일만을 전문적으로 다루는 </a:t>
            </a:r>
            <a:r>
              <a:rPr lang="en-US" altLang="ko-KR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app</a:t>
            </a:r>
            <a:r>
              <a:rPr lang="ko-KR" altLang="en-US" sz="3600" dirty="0">
                <a:solidFill>
                  <a:srgbClr val="8A6E5B"/>
                </a:solidFill>
              </a:rPr>
              <a:t>은 찾기 쉽지 않다</a:t>
            </a:r>
            <a:r>
              <a:rPr lang="en-US" altLang="ko-KR" sz="3600" dirty="0">
                <a:solidFill>
                  <a:srgbClr val="8A6E5B"/>
                </a:solidFill>
              </a:rPr>
              <a:t>. 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3600" dirty="0">
                <a:solidFill>
                  <a:srgbClr val="8A6E5B"/>
                </a:solidFill>
              </a:rPr>
              <a:t>심지어 현재 있는 </a:t>
            </a:r>
            <a:r>
              <a:rPr lang="ko-KR" altLang="en-US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칵테일 </a:t>
            </a:r>
            <a:r>
              <a:rPr lang="en-US" altLang="ko-KR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app</a:t>
            </a:r>
            <a:r>
              <a:rPr lang="ko-KR" altLang="en-US" sz="3600" dirty="0">
                <a:solidFill>
                  <a:srgbClr val="8A6E5B"/>
                </a:solidFill>
              </a:rPr>
              <a:t>들은 사용하기 불편하고 정보도 부족하다</a:t>
            </a:r>
            <a:r>
              <a:rPr lang="en-US" altLang="ko-KR" sz="3600" dirty="0">
                <a:solidFill>
                  <a:srgbClr val="8A6E5B"/>
                </a:solidFill>
              </a:rPr>
              <a:t>.</a:t>
            </a:r>
          </a:p>
        </p:txBody>
      </p:sp>
      <p:sp>
        <p:nvSpPr>
          <p:cNvPr id="49" name="자유형 48"/>
          <p:cNvSpPr/>
          <p:nvPr/>
        </p:nvSpPr>
        <p:spPr>
          <a:xfrm>
            <a:off x="2" y="0"/>
            <a:ext cx="12191999" cy="965200"/>
          </a:xfrm>
          <a:custGeom>
            <a:avLst/>
            <a:gdLst>
              <a:gd name="connsiteX0" fmla="*/ 0 w 12191999"/>
              <a:gd name="connsiteY0" fmla="*/ 0 h 965200"/>
              <a:gd name="connsiteX1" fmla="*/ 12191999 w 12191999"/>
              <a:gd name="connsiteY1" fmla="*/ 0 h 965200"/>
              <a:gd name="connsiteX2" fmla="*/ 12191999 w 12191999"/>
              <a:gd name="connsiteY2" fmla="*/ 621393 h 965200"/>
              <a:gd name="connsiteX3" fmla="*/ 11155972 w 12191999"/>
              <a:gd name="connsiteY3" fmla="*/ 621393 h 965200"/>
              <a:gd name="connsiteX4" fmla="*/ 11009922 w 12191999"/>
              <a:gd name="connsiteY4" fmla="*/ 767443 h 965200"/>
              <a:gd name="connsiteX5" fmla="*/ 11015966 w 12191999"/>
              <a:gd name="connsiteY5" fmla="*/ 797379 h 965200"/>
              <a:gd name="connsiteX6" fmla="*/ 9981222 w 12191999"/>
              <a:gd name="connsiteY6" fmla="*/ 797379 h 965200"/>
              <a:gd name="connsiteX7" fmla="*/ 9835172 w 12191999"/>
              <a:gd name="connsiteY7" fmla="*/ 943429 h 965200"/>
              <a:gd name="connsiteX8" fmla="*/ 9839567 w 12191999"/>
              <a:gd name="connsiteY8" fmla="*/ 965200 h 965200"/>
              <a:gd name="connsiteX9" fmla="*/ 8241580 w 12191999"/>
              <a:gd name="connsiteY9" fmla="*/ 965200 h 965200"/>
              <a:gd name="connsiteX10" fmla="*/ 8219038 w 12191999"/>
              <a:gd name="connsiteY10" fmla="*/ 931765 h 965200"/>
              <a:gd name="connsiteX11" fmla="*/ 8123462 w 12191999"/>
              <a:gd name="connsiteY11" fmla="*/ 892177 h 965200"/>
              <a:gd name="connsiteX12" fmla="*/ 5353956 w 12191999"/>
              <a:gd name="connsiteY12" fmla="*/ 892177 h 965200"/>
              <a:gd name="connsiteX13" fmla="*/ 5258380 w 12191999"/>
              <a:gd name="connsiteY13" fmla="*/ 931765 h 965200"/>
              <a:gd name="connsiteX14" fmla="*/ 5235837 w 12191999"/>
              <a:gd name="connsiteY14" fmla="*/ 965200 h 965200"/>
              <a:gd name="connsiteX15" fmla="*/ 689794 w 12191999"/>
              <a:gd name="connsiteY15" fmla="*/ 965200 h 965200"/>
              <a:gd name="connsiteX16" fmla="*/ 694190 w 12191999"/>
              <a:gd name="connsiteY16" fmla="*/ 943429 h 965200"/>
              <a:gd name="connsiteX17" fmla="*/ 548140 w 12191999"/>
              <a:gd name="connsiteY17" fmla="*/ 797379 h 965200"/>
              <a:gd name="connsiteX18" fmla="*/ 393968 w 12191999"/>
              <a:gd name="connsiteY18" fmla="*/ 797379 h 965200"/>
              <a:gd name="connsiteX19" fmla="*/ 394151 w 12191999"/>
              <a:gd name="connsiteY19" fmla="*/ 796472 h 965200"/>
              <a:gd name="connsiteX20" fmla="*/ 248101 w 12191999"/>
              <a:gd name="connsiteY20" fmla="*/ 650422 h 965200"/>
              <a:gd name="connsiteX21" fmla="*/ 0 w 12191999"/>
              <a:gd name="connsiteY21" fmla="*/ 650422 h 96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2191999" h="965200">
                <a:moveTo>
                  <a:pt x="0" y="0"/>
                </a:moveTo>
                <a:lnTo>
                  <a:pt x="12191999" y="0"/>
                </a:lnTo>
                <a:lnTo>
                  <a:pt x="12191999" y="621393"/>
                </a:lnTo>
                <a:lnTo>
                  <a:pt x="11155972" y="621393"/>
                </a:lnTo>
                <a:cubicBezTo>
                  <a:pt x="11075311" y="621393"/>
                  <a:pt x="11009922" y="686782"/>
                  <a:pt x="11009922" y="767443"/>
                </a:cubicBezTo>
                <a:lnTo>
                  <a:pt x="11015966" y="797379"/>
                </a:lnTo>
                <a:lnTo>
                  <a:pt x="9981222" y="797379"/>
                </a:lnTo>
                <a:cubicBezTo>
                  <a:pt x="9900561" y="797379"/>
                  <a:pt x="9835172" y="862768"/>
                  <a:pt x="9835172" y="943429"/>
                </a:cubicBezTo>
                <a:lnTo>
                  <a:pt x="9839567" y="965200"/>
                </a:lnTo>
                <a:lnTo>
                  <a:pt x="8241580" y="965200"/>
                </a:lnTo>
                <a:lnTo>
                  <a:pt x="8219038" y="931765"/>
                </a:lnTo>
                <a:cubicBezTo>
                  <a:pt x="8194578" y="907305"/>
                  <a:pt x="8160787" y="892177"/>
                  <a:pt x="8123462" y="892177"/>
                </a:cubicBezTo>
                <a:lnTo>
                  <a:pt x="5353956" y="892177"/>
                </a:lnTo>
                <a:cubicBezTo>
                  <a:pt x="5316631" y="892177"/>
                  <a:pt x="5282840" y="907305"/>
                  <a:pt x="5258380" y="931765"/>
                </a:cubicBezTo>
                <a:lnTo>
                  <a:pt x="5235837" y="965200"/>
                </a:lnTo>
                <a:lnTo>
                  <a:pt x="689794" y="965200"/>
                </a:lnTo>
                <a:lnTo>
                  <a:pt x="694190" y="943429"/>
                </a:lnTo>
                <a:cubicBezTo>
                  <a:pt x="694190" y="862768"/>
                  <a:pt x="628801" y="797379"/>
                  <a:pt x="548140" y="797379"/>
                </a:cubicBezTo>
                <a:lnTo>
                  <a:pt x="393968" y="797379"/>
                </a:lnTo>
                <a:lnTo>
                  <a:pt x="394151" y="796472"/>
                </a:lnTo>
                <a:cubicBezTo>
                  <a:pt x="394151" y="715811"/>
                  <a:pt x="328762" y="650422"/>
                  <a:pt x="248101" y="650422"/>
                </a:cubicBezTo>
                <a:lnTo>
                  <a:pt x="0" y="650422"/>
                </a:lnTo>
                <a:close/>
              </a:path>
            </a:pathLst>
          </a:custGeom>
          <a:solidFill>
            <a:srgbClr val="8CD3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2">
              <a:lnSpc>
                <a:spcPct val="150000"/>
              </a:lnSpc>
            </a:pPr>
            <a:r>
              <a:rPr lang="en-US" altLang="ko-KR" sz="1600" i="1" dirty="0">
                <a:solidFill>
                  <a:prstClr val="white"/>
                </a:solidFill>
              </a:rPr>
              <a:t>Cocktail </a:t>
            </a:r>
            <a:r>
              <a:rPr lang="en-US" altLang="ko-KR" sz="2000" b="1" i="1" dirty="0">
                <a:solidFill>
                  <a:prstClr val="white"/>
                </a:solidFill>
              </a:rPr>
              <a:t>APPLICATION</a:t>
            </a:r>
          </a:p>
        </p:txBody>
      </p:sp>
    </p:spTree>
    <p:extLst>
      <p:ext uri="{BB962C8B-B14F-4D97-AF65-F5344CB8AC3E}">
        <p14:creationId xmlns:p14="http://schemas.microsoft.com/office/powerpoint/2010/main" val="1693178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그룹 29"/>
          <p:cNvGrpSpPr/>
          <p:nvPr/>
        </p:nvGrpSpPr>
        <p:grpSpPr>
          <a:xfrm>
            <a:off x="1190040" y="2602612"/>
            <a:ext cx="4355191" cy="1066085"/>
            <a:chOff x="990600" y="3175715"/>
            <a:chExt cx="4355191" cy="1190171"/>
          </a:xfrm>
        </p:grpSpPr>
        <p:sp>
          <p:nvSpPr>
            <p:cNvPr id="16" name="양쪽 모서리가 둥근 사각형 15"/>
            <p:cNvSpPr/>
            <p:nvPr/>
          </p:nvSpPr>
          <p:spPr>
            <a:xfrm rot="16200000" flipH="1">
              <a:off x="695002" y="3479738"/>
              <a:ext cx="1181746" cy="590550"/>
            </a:xfrm>
            <a:prstGeom prst="round2SameRect">
              <a:avLst>
                <a:gd name="adj1" fmla="val 32796"/>
                <a:gd name="adj2" fmla="val 0"/>
              </a:avLst>
            </a:prstGeom>
            <a:solidFill>
              <a:srgbClr val="8CD3D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모서리가 둥근 직사각형 13"/>
            <p:cNvSpPr/>
            <p:nvPr/>
          </p:nvSpPr>
          <p:spPr>
            <a:xfrm>
              <a:off x="990600" y="3175715"/>
              <a:ext cx="4355191" cy="1190171"/>
            </a:xfrm>
            <a:prstGeom prst="roundRect">
              <a:avLst/>
            </a:prstGeom>
            <a:noFill/>
            <a:ln w="28575">
              <a:solidFill>
                <a:srgbClr val="8A6E5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9" name="그룹 28"/>
          <p:cNvGrpSpPr/>
          <p:nvPr/>
        </p:nvGrpSpPr>
        <p:grpSpPr>
          <a:xfrm>
            <a:off x="1356572" y="2377696"/>
            <a:ext cx="273418" cy="459867"/>
            <a:chOff x="1169832" y="3026999"/>
            <a:chExt cx="273418" cy="459867"/>
          </a:xfrm>
        </p:grpSpPr>
        <p:sp>
          <p:nvSpPr>
            <p:cNvPr id="22" name="모서리가 둥근 직사각형 21"/>
            <p:cNvSpPr/>
            <p:nvPr/>
          </p:nvSpPr>
          <p:spPr>
            <a:xfrm>
              <a:off x="1169832" y="3027000"/>
              <a:ext cx="273418" cy="459866"/>
            </a:xfrm>
            <a:prstGeom prst="roundRect">
              <a:avLst/>
            </a:prstGeom>
            <a:solidFill>
              <a:srgbClr val="FFFBE8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Freeform 36"/>
            <p:cNvSpPr>
              <a:spLocks noEditPoints="1"/>
            </p:cNvSpPr>
            <p:nvPr/>
          </p:nvSpPr>
          <p:spPr bwMode="auto">
            <a:xfrm>
              <a:off x="1169832" y="3026999"/>
              <a:ext cx="273418" cy="459866"/>
            </a:xfrm>
            <a:custGeom>
              <a:avLst/>
              <a:gdLst>
                <a:gd name="T0" fmla="*/ 937 w 1926"/>
                <a:gd name="T1" fmla="*/ 3639 h 4045"/>
                <a:gd name="T2" fmla="*/ 893 w 1926"/>
                <a:gd name="T3" fmla="*/ 3665 h 4045"/>
                <a:gd name="T4" fmla="*/ 863 w 1926"/>
                <a:gd name="T5" fmla="*/ 3712 h 4045"/>
                <a:gd name="T6" fmla="*/ 851 w 1926"/>
                <a:gd name="T7" fmla="*/ 3772 h 4045"/>
                <a:gd name="T8" fmla="*/ 863 w 1926"/>
                <a:gd name="T9" fmla="*/ 3832 h 4045"/>
                <a:gd name="T10" fmla="*/ 893 w 1926"/>
                <a:gd name="T11" fmla="*/ 3878 h 4045"/>
                <a:gd name="T12" fmla="*/ 937 w 1926"/>
                <a:gd name="T13" fmla="*/ 3905 h 4045"/>
                <a:gd name="T14" fmla="*/ 988 w 1926"/>
                <a:gd name="T15" fmla="*/ 3905 h 4045"/>
                <a:gd name="T16" fmla="*/ 1033 w 1926"/>
                <a:gd name="T17" fmla="*/ 3878 h 4045"/>
                <a:gd name="T18" fmla="*/ 1064 w 1926"/>
                <a:gd name="T19" fmla="*/ 3832 h 4045"/>
                <a:gd name="T20" fmla="*/ 1075 w 1926"/>
                <a:gd name="T21" fmla="*/ 3772 h 4045"/>
                <a:gd name="T22" fmla="*/ 1064 w 1926"/>
                <a:gd name="T23" fmla="*/ 3712 h 4045"/>
                <a:gd name="T24" fmla="*/ 1033 w 1926"/>
                <a:gd name="T25" fmla="*/ 3665 h 4045"/>
                <a:gd name="T26" fmla="*/ 988 w 1926"/>
                <a:gd name="T27" fmla="*/ 3639 h 4045"/>
                <a:gd name="T28" fmla="*/ 156 w 1926"/>
                <a:gd name="T29" fmla="*/ 434 h 4045"/>
                <a:gd name="T30" fmla="*/ 1770 w 1926"/>
                <a:gd name="T31" fmla="*/ 3540 h 4045"/>
                <a:gd name="T32" fmla="*/ 156 w 1926"/>
                <a:gd name="T33" fmla="*/ 434 h 4045"/>
                <a:gd name="T34" fmla="*/ 716 w 1926"/>
                <a:gd name="T35" fmla="*/ 200 h 4045"/>
                <a:gd name="T36" fmla="*/ 701 w 1926"/>
                <a:gd name="T37" fmla="*/ 217 h 4045"/>
                <a:gd name="T38" fmla="*/ 701 w 1926"/>
                <a:gd name="T39" fmla="*/ 243 h 4045"/>
                <a:gd name="T40" fmla="*/ 716 w 1926"/>
                <a:gd name="T41" fmla="*/ 260 h 4045"/>
                <a:gd name="T42" fmla="*/ 1199 w 1926"/>
                <a:gd name="T43" fmla="*/ 262 h 4045"/>
                <a:gd name="T44" fmla="*/ 1218 w 1926"/>
                <a:gd name="T45" fmla="*/ 254 h 4045"/>
                <a:gd name="T46" fmla="*/ 1226 w 1926"/>
                <a:gd name="T47" fmla="*/ 230 h 4045"/>
                <a:gd name="T48" fmla="*/ 1218 w 1926"/>
                <a:gd name="T49" fmla="*/ 207 h 4045"/>
                <a:gd name="T50" fmla="*/ 1199 w 1926"/>
                <a:gd name="T51" fmla="*/ 197 h 4045"/>
                <a:gd name="T52" fmla="*/ 224 w 1926"/>
                <a:gd name="T53" fmla="*/ 0 h 4045"/>
                <a:gd name="T54" fmla="*/ 1738 w 1926"/>
                <a:gd name="T55" fmla="*/ 4 h 4045"/>
                <a:gd name="T56" fmla="*/ 1805 w 1926"/>
                <a:gd name="T57" fmla="*/ 31 h 4045"/>
                <a:gd name="T58" fmla="*/ 1860 w 1926"/>
                <a:gd name="T59" fmla="*/ 81 h 4045"/>
                <a:gd name="T60" fmla="*/ 1900 w 1926"/>
                <a:gd name="T61" fmla="*/ 148 h 4045"/>
                <a:gd name="T62" fmla="*/ 1923 w 1926"/>
                <a:gd name="T63" fmla="*/ 229 h 4045"/>
                <a:gd name="T64" fmla="*/ 1926 w 1926"/>
                <a:gd name="T65" fmla="*/ 3772 h 4045"/>
                <a:gd name="T66" fmla="*/ 1915 w 1926"/>
                <a:gd name="T67" fmla="*/ 3857 h 4045"/>
                <a:gd name="T68" fmla="*/ 1882 w 1926"/>
                <a:gd name="T69" fmla="*/ 3932 h 4045"/>
                <a:gd name="T70" fmla="*/ 1834 w 1926"/>
                <a:gd name="T71" fmla="*/ 3992 h 4045"/>
                <a:gd name="T72" fmla="*/ 1773 w 1926"/>
                <a:gd name="T73" fmla="*/ 4032 h 4045"/>
                <a:gd name="T74" fmla="*/ 1702 w 1926"/>
                <a:gd name="T75" fmla="*/ 4045 h 4045"/>
                <a:gd name="T76" fmla="*/ 188 w 1926"/>
                <a:gd name="T77" fmla="*/ 4041 h 4045"/>
                <a:gd name="T78" fmla="*/ 122 w 1926"/>
                <a:gd name="T79" fmla="*/ 4014 h 4045"/>
                <a:gd name="T80" fmla="*/ 66 w 1926"/>
                <a:gd name="T81" fmla="*/ 3964 h 4045"/>
                <a:gd name="T82" fmla="*/ 25 w 1926"/>
                <a:gd name="T83" fmla="*/ 3897 h 4045"/>
                <a:gd name="T84" fmla="*/ 3 w 1926"/>
                <a:gd name="T85" fmla="*/ 3816 h 4045"/>
                <a:gd name="T86" fmla="*/ 0 w 1926"/>
                <a:gd name="T87" fmla="*/ 273 h 4045"/>
                <a:gd name="T88" fmla="*/ 12 w 1926"/>
                <a:gd name="T89" fmla="*/ 188 h 4045"/>
                <a:gd name="T90" fmla="*/ 43 w 1926"/>
                <a:gd name="T91" fmla="*/ 113 h 4045"/>
                <a:gd name="T92" fmla="*/ 92 w 1926"/>
                <a:gd name="T93" fmla="*/ 53 h 4045"/>
                <a:gd name="T94" fmla="*/ 154 w 1926"/>
                <a:gd name="T95" fmla="*/ 13 h 4045"/>
                <a:gd name="T96" fmla="*/ 224 w 1926"/>
                <a:gd name="T97" fmla="*/ 0 h 40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926" h="4045">
                  <a:moveTo>
                    <a:pt x="963" y="3636"/>
                  </a:moveTo>
                  <a:lnTo>
                    <a:pt x="937" y="3639"/>
                  </a:lnTo>
                  <a:lnTo>
                    <a:pt x="914" y="3649"/>
                  </a:lnTo>
                  <a:lnTo>
                    <a:pt x="893" y="3665"/>
                  </a:lnTo>
                  <a:lnTo>
                    <a:pt x="876" y="3686"/>
                  </a:lnTo>
                  <a:lnTo>
                    <a:pt x="863" y="3712"/>
                  </a:lnTo>
                  <a:lnTo>
                    <a:pt x="854" y="3741"/>
                  </a:lnTo>
                  <a:lnTo>
                    <a:pt x="851" y="3772"/>
                  </a:lnTo>
                  <a:lnTo>
                    <a:pt x="854" y="3804"/>
                  </a:lnTo>
                  <a:lnTo>
                    <a:pt x="863" y="3832"/>
                  </a:lnTo>
                  <a:lnTo>
                    <a:pt x="876" y="3857"/>
                  </a:lnTo>
                  <a:lnTo>
                    <a:pt x="893" y="3878"/>
                  </a:lnTo>
                  <a:lnTo>
                    <a:pt x="914" y="3894"/>
                  </a:lnTo>
                  <a:lnTo>
                    <a:pt x="937" y="3905"/>
                  </a:lnTo>
                  <a:lnTo>
                    <a:pt x="963" y="3909"/>
                  </a:lnTo>
                  <a:lnTo>
                    <a:pt x="988" y="3905"/>
                  </a:lnTo>
                  <a:lnTo>
                    <a:pt x="1013" y="3894"/>
                  </a:lnTo>
                  <a:lnTo>
                    <a:pt x="1033" y="3878"/>
                  </a:lnTo>
                  <a:lnTo>
                    <a:pt x="1051" y="3857"/>
                  </a:lnTo>
                  <a:lnTo>
                    <a:pt x="1064" y="3832"/>
                  </a:lnTo>
                  <a:lnTo>
                    <a:pt x="1072" y="3804"/>
                  </a:lnTo>
                  <a:lnTo>
                    <a:pt x="1075" y="3772"/>
                  </a:lnTo>
                  <a:lnTo>
                    <a:pt x="1072" y="3741"/>
                  </a:lnTo>
                  <a:lnTo>
                    <a:pt x="1064" y="3712"/>
                  </a:lnTo>
                  <a:lnTo>
                    <a:pt x="1051" y="3686"/>
                  </a:lnTo>
                  <a:lnTo>
                    <a:pt x="1033" y="3665"/>
                  </a:lnTo>
                  <a:lnTo>
                    <a:pt x="1013" y="3649"/>
                  </a:lnTo>
                  <a:lnTo>
                    <a:pt x="988" y="3639"/>
                  </a:lnTo>
                  <a:lnTo>
                    <a:pt x="963" y="3636"/>
                  </a:lnTo>
                  <a:close/>
                  <a:moveTo>
                    <a:pt x="156" y="434"/>
                  </a:moveTo>
                  <a:lnTo>
                    <a:pt x="156" y="3540"/>
                  </a:lnTo>
                  <a:lnTo>
                    <a:pt x="1770" y="3540"/>
                  </a:lnTo>
                  <a:lnTo>
                    <a:pt x="1770" y="434"/>
                  </a:lnTo>
                  <a:lnTo>
                    <a:pt x="156" y="434"/>
                  </a:lnTo>
                  <a:close/>
                  <a:moveTo>
                    <a:pt x="727" y="197"/>
                  </a:moveTo>
                  <a:lnTo>
                    <a:pt x="716" y="200"/>
                  </a:lnTo>
                  <a:lnTo>
                    <a:pt x="707" y="207"/>
                  </a:lnTo>
                  <a:lnTo>
                    <a:pt x="701" y="217"/>
                  </a:lnTo>
                  <a:lnTo>
                    <a:pt x="699" y="230"/>
                  </a:lnTo>
                  <a:lnTo>
                    <a:pt x="701" y="243"/>
                  </a:lnTo>
                  <a:lnTo>
                    <a:pt x="707" y="254"/>
                  </a:lnTo>
                  <a:lnTo>
                    <a:pt x="716" y="260"/>
                  </a:lnTo>
                  <a:lnTo>
                    <a:pt x="727" y="262"/>
                  </a:lnTo>
                  <a:lnTo>
                    <a:pt x="1199" y="262"/>
                  </a:lnTo>
                  <a:lnTo>
                    <a:pt x="1210" y="260"/>
                  </a:lnTo>
                  <a:lnTo>
                    <a:pt x="1218" y="254"/>
                  </a:lnTo>
                  <a:lnTo>
                    <a:pt x="1224" y="243"/>
                  </a:lnTo>
                  <a:lnTo>
                    <a:pt x="1226" y="230"/>
                  </a:lnTo>
                  <a:lnTo>
                    <a:pt x="1224" y="217"/>
                  </a:lnTo>
                  <a:lnTo>
                    <a:pt x="1218" y="207"/>
                  </a:lnTo>
                  <a:lnTo>
                    <a:pt x="1210" y="200"/>
                  </a:lnTo>
                  <a:lnTo>
                    <a:pt x="1199" y="197"/>
                  </a:lnTo>
                  <a:lnTo>
                    <a:pt x="727" y="197"/>
                  </a:lnTo>
                  <a:close/>
                  <a:moveTo>
                    <a:pt x="224" y="0"/>
                  </a:moveTo>
                  <a:lnTo>
                    <a:pt x="1702" y="0"/>
                  </a:lnTo>
                  <a:lnTo>
                    <a:pt x="1738" y="4"/>
                  </a:lnTo>
                  <a:lnTo>
                    <a:pt x="1773" y="13"/>
                  </a:lnTo>
                  <a:lnTo>
                    <a:pt x="1805" y="31"/>
                  </a:lnTo>
                  <a:lnTo>
                    <a:pt x="1834" y="53"/>
                  </a:lnTo>
                  <a:lnTo>
                    <a:pt x="1860" y="81"/>
                  </a:lnTo>
                  <a:lnTo>
                    <a:pt x="1882" y="113"/>
                  </a:lnTo>
                  <a:lnTo>
                    <a:pt x="1900" y="148"/>
                  </a:lnTo>
                  <a:lnTo>
                    <a:pt x="1915" y="188"/>
                  </a:lnTo>
                  <a:lnTo>
                    <a:pt x="1923" y="229"/>
                  </a:lnTo>
                  <a:lnTo>
                    <a:pt x="1926" y="273"/>
                  </a:lnTo>
                  <a:lnTo>
                    <a:pt x="1926" y="3772"/>
                  </a:lnTo>
                  <a:lnTo>
                    <a:pt x="1923" y="3816"/>
                  </a:lnTo>
                  <a:lnTo>
                    <a:pt x="1915" y="3857"/>
                  </a:lnTo>
                  <a:lnTo>
                    <a:pt x="1900" y="3897"/>
                  </a:lnTo>
                  <a:lnTo>
                    <a:pt x="1882" y="3932"/>
                  </a:lnTo>
                  <a:lnTo>
                    <a:pt x="1860" y="3964"/>
                  </a:lnTo>
                  <a:lnTo>
                    <a:pt x="1834" y="3992"/>
                  </a:lnTo>
                  <a:lnTo>
                    <a:pt x="1805" y="4014"/>
                  </a:lnTo>
                  <a:lnTo>
                    <a:pt x="1773" y="4032"/>
                  </a:lnTo>
                  <a:lnTo>
                    <a:pt x="1738" y="4041"/>
                  </a:lnTo>
                  <a:lnTo>
                    <a:pt x="1702" y="4045"/>
                  </a:lnTo>
                  <a:lnTo>
                    <a:pt x="224" y="4045"/>
                  </a:lnTo>
                  <a:lnTo>
                    <a:pt x="188" y="4041"/>
                  </a:lnTo>
                  <a:lnTo>
                    <a:pt x="154" y="4032"/>
                  </a:lnTo>
                  <a:lnTo>
                    <a:pt x="122" y="4014"/>
                  </a:lnTo>
                  <a:lnTo>
                    <a:pt x="92" y="3992"/>
                  </a:lnTo>
                  <a:lnTo>
                    <a:pt x="66" y="3964"/>
                  </a:lnTo>
                  <a:lnTo>
                    <a:pt x="43" y="3932"/>
                  </a:lnTo>
                  <a:lnTo>
                    <a:pt x="25" y="3897"/>
                  </a:lnTo>
                  <a:lnTo>
                    <a:pt x="12" y="3857"/>
                  </a:lnTo>
                  <a:lnTo>
                    <a:pt x="3" y="3816"/>
                  </a:lnTo>
                  <a:lnTo>
                    <a:pt x="0" y="3772"/>
                  </a:lnTo>
                  <a:lnTo>
                    <a:pt x="0" y="273"/>
                  </a:lnTo>
                  <a:lnTo>
                    <a:pt x="3" y="229"/>
                  </a:lnTo>
                  <a:lnTo>
                    <a:pt x="12" y="188"/>
                  </a:lnTo>
                  <a:lnTo>
                    <a:pt x="25" y="148"/>
                  </a:lnTo>
                  <a:lnTo>
                    <a:pt x="43" y="113"/>
                  </a:lnTo>
                  <a:lnTo>
                    <a:pt x="66" y="81"/>
                  </a:lnTo>
                  <a:lnTo>
                    <a:pt x="92" y="53"/>
                  </a:lnTo>
                  <a:lnTo>
                    <a:pt x="122" y="31"/>
                  </a:lnTo>
                  <a:lnTo>
                    <a:pt x="154" y="13"/>
                  </a:lnTo>
                  <a:lnTo>
                    <a:pt x="188" y="4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8A6E5B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1220787" y="3134979"/>
              <a:ext cx="165100" cy="18000"/>
            </a:xfrm>
            <a:prstGeom prst="rect">
              <a:avLst/>
            </a:prstGeom>
            <a:solidFill>
              <a:srgbClr val="8A6E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1220787" y="3178277"/>
              <a:ext cx="165100" cy="18000"/>
            </a:xfrm>
            <a:prstGeom prst="rect">
              <a:avLst/>
            </a:prstGeom>
            <a:solidFill>
              <a:srgbClr val="8A6E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1220787" y="3221575"/>
              <a:ext cx="165100" cy="18000"/>
            </a:xfrm>
            <a:prstGeom prst="rect">
              <a:avLst/>
            </a:prstGeom>
            <a:solidFill>
              <a:srgbClr val="8A6E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직사각형 25"/>
            <p:cNvSpPr/>
            <p:nvPr/>
          </p:nvSpPr>
          <p:spPr>
            <a:xfrm>
              <a:off x="1220787" y="3264873"/>
              <a:ext cx="165100" cy="18000"/>
            </a:xfrm>
            <a:prstGeom prst="rect">
              <a:avLst/>
            </a:prstGeom>
            <a:solidFill>
              <a:srgbClr val="8A6E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직사각형 26"/>
            <p:cNvSpPr/>
            <p:nvPr/>
          </p:nvSpPr>
          <p:spPr>
            <a:xfrm>
              <a:off x="1220787" y="3308171"/>
              <a:ext cx="165100" cy="18000"/>
            </a:xfrm>
            <a:prstGeom prst="rect">
              <a:avLst/>
            </a:prstGeom>
            <a:solidFill>
              <a:srgbClr val="8A6E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1220787" y="3351469"/>
              <a:ext cx="165100" cy="18000"/>
            </a:xfrm>
            <a:prstGeom prst="rect">
              <a:avLst/>
            </a:prstGeom>
            <a:solidFill>
              <a:srgbClr val="8A6E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7" name="그룹 36"/>
          <p:cNvGrpSpPr/>
          <p:nvPr/>
        </p:nvGrpSpPr>
        <p:grpSpPr>
          <a:xfrm>
            <a:off x="6407472" y="2601318"/>
            <a:ext cx="4355191" cy="1066085"/>
            <a:chOff x="990600" y="3175715"/>
            <a:chExt cx="4355191" cy="1190171"/>
          </a:xfrm>
        </p:grpSpPr>
        <p:sp>
          <p:nvSpPr>
            <p:cNvPr id="38" name="양쪽 모서리가 둥근 사각형 37"/>
            <p:cNvSpPr/>
            <p:nvPr/>
          </p:nvSpPr>
          <p:spPr>
            <a:xfrm rot="16200000" flipH="1">
              <a:off x="695002" y="3479738"/>
              <a:ext cx="1181746" cy="590550"/>
            </a:xfrm>
            <a:prstGeom prst="round2SameRect">
              <a:avLst>
                <a:gd name="adj1" fmla="val 32796"/>
                <a:gd name="adj2" fmla="val 0"/>
              </a:avLst>
            </a:prstGeom>
            <a:solidFill>
              <a:srgbClr val="FB716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모서리가 둥근 직사각형 38"/>
            <p:cNvSpPr/>
            <p:nvPr/>
          </p:nvSpPr>
          <p:spPr>
            <a:xfrm>
              <a:off x="990600" y="3175715"/>
              <a:ext cx="4355191" cy="1190171"/>
            </a:xfrm>
            <a:prstGeom prst="roundRect">
              <a:avLst/>
            </a:prstGeom>
            <a:noFill/>
            <a:ln w="28575">
              <a:solidFill>
                <a:srgbClr val="8A6E5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0" name="모서리가 둥근 직사각형 49"/>
          <p:cNvSpPr/>
          <p:nvPr/>
        </p:nvSpPr>
        <p:spPr>
          <a:xfrm>
            <a:off x="6566038" y="2403998"/>
            <a:ext cx="273418" cy="438352"/>
          </a:xfrm>
          <a:prstGeom prst="roundRect">
            <a:avLst/>
          </a:prstGeom>
          <a:solidFill>
            <a:srgbClr val="FFFBE8"/>
          </a:solidFill>
          <a:ln w="28575">
            <a:solidFill>
              <a:srgbClr val="8A6E5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2" name="Group 20"/>
          <p:cNvGrpSpPr>
            <a:grpSpLocks noChangeAspect="1"/>
          </p:cNvGrpSpPr>
          <p:nvPr/>
        </p:nvGrpSpPr>
        <p:grpSpPr bwMode="auto">
          <a:xfrm>
            <a:off x="6631101" y="2525445"/>
            <a:ext cx="143292" cy="195458"/>
            <a:chOff x="2597" y="4163"/>
            <a:chExt cx="217" cy="296"/>
          </a:xfrm>
          <a:solidFill>
            <a:srgbClr val="8A6E5B"/>
          </a:solidFill>
        </p:grpSpPr>
        <p:sp>
          <p:nvSpPr>
            <p:cNvPr id="33" name="Freeform 22"/>
            <p:cNvSpPr>
              <a:spLocks noEditPoints="1"/>
            </p:cNvSpPr>
            <p:nvPr/>
          </p:nvSpPr>
          <p:spPr bwMode="auto">
            <a:xfrm>
              <a:off x="2630" y="4163"/>
              <a:ext cx="151" cy="176"/>
            </a:xfrm>
            <a:custGeom>
              <a:avLst/>
              <a:gdLst>
                <a:gd name="T0" fmla="*/ 410 w 1662"/>
                <a:gd name="T1" fmla="*/ 645 h 1942"/>
                <a:gd name="T2" fmla="*/ 309 w 1662"/>
                <a:gd name="T3" fmla="*/ 847 h 1942"/>
                <a:gd name="T4" fmla="*/ 255 w 1662"/>
                <a:gd name="T5" fmla="*/ 1023 h 1942"/>
                <a:gd name="T6" fmla="*/ 263 w 1662"/>
                <a:gd name="T7" fmla="*/ 1206 h 1942"/>
                <a:gd name="T8" fmla="*/ 347 w 1662"/>
                <a:gd name="T9" fmla="*/ 1429 h 1942"/>
                <a:gd name="T10" fmla="*/ 476 w 1662"/>
                <a:gd name="T11" fmla="*/ 1620 h 1942"/>
                <a:gd name="T12" fmla="*/ 638 w 1662"/>
                <a:gd name="T13" fmla="*/ 1753 h 1942"/>
                <a:gd name="T14" fmla="*/ 825 w 1662"/>
                <a:gd name="T15" fmla="*/ 1803 h 1942"/>
                <a:gd name="T16" fmla="*/ 1013 w 1662"/>
                <a:gd name="T17" fmla="*/ 1753 h 1942"/>
                <a:gd name="T18" fmla="*/ 1176 w 1662"/>
                <a:gd name="T19" fmla="*/ 1619 h 1942"/>
                <a:gd name="T20" fmla="*/ 1305 w 1662"/>
                <a:gd name="T21" fmla="*/ 1428 h 1942"/>
                <a:gd name="T22" fmla="*/ 1388 w 1662"/>
                <a:gd name="T23" fmla="*/ 1205 h 1942"/>
                <a:gd name="T24" fmla="*/ 1418 w 1662"/>
                <a:gd name="T25" fmla="*/ 974 h 1942"/>
                <a:gd name="T26" fmla="*/ 1266 w 1662"/>
                <a:gd name="T27" fmla="*/ 836 h 1942"/>
                <a:gd name="T28" fmla="*/ 1012 w 1662"/>
                <a:gd name="T29" fmla="*/ 794 h 1942"/>
                <a:gd name="T30" fmla="*/ 806 w 1662"/>
                <a:gd name="T31" fmla="*/ 713 h 1942"/>
                <a:gd name="T32" fmla="*/ 646 w 1662"/>
                <a:gd name="T33" fmla="*/ 610 h 1942"/>
                <a:gd name="T34" fmla="*/ 526 w 1662"/>
                <a:gd name="T35" fmla="*/ 499 h 1942"/>
                <a:gd name="T36" fmla="*/ 944 w 1662"/>
                <a:gd name="T37" fmla="*/ 23 h 1942"/>
                <a:gd name="T38" fmla="*/ 1152 w 1662"/>
                <a:gd name="T39" fmla="*/ 118 h 1942"/>
                <a:gd name="T40" fmla="*/ 1271 w 1662"/>
                <a:gd name="T41" fmla="*/ 205 h 1942"/>
                <a:gd name="T42" fmla="*/ 1388 w 1662"/>
                <a:gd name="T43" fmla="*/ 323 h 1942"/>
                <a:gd name="T44" fmla="*/ 1455 w 1662"/>
                <a:gd name="T45" fmla="*/ 429 h 1942"/>
                <a:gd name="T46" fmla="*/ 1524 w 1662"/>
                <a:gd name="T47" fmla="*/ 626 h 1942"/>
                <a:gd name="T48" fmla="*/ 1555 w 1662"/>
                <a:gd name="T49" fmla="*/ 892 h 1942"/>
                <a:gd name="T50" fmla="*/ 1619 w 1662"/>
                <a:gd name="T51" fmla="*/ 939 h 1942"/>
                <a:gd name="T52" fmla="*/ 1657 w 1662"/>
                <a:gd name="T53" fmla="*/ 1032 h 1942"/>
                <a:gd name="T54" fmla="*/ 1655 w 1662"/>
                <a:gd name="T55" fmla="*/ 1183 h 1942"/>
                <a:gd name="T56" fmla="*/ 1611 w 1662"/>
                <a:gd name="T57" fmla="*/ 1304 h 1942"/>
                <a:gd name="T58" fmla="*/ 1537 w 1662"/>
                <a:gd name="T59" fmla="*/ 1372 h 1942"/>
                <a:gd name="T60" fmla="*/ 1445 w 1662"/>
                <a:gd name="T61" fmla="*/ 1454 h 1942"/>
                <a:gd name="T62" fmla="*/ 1313 w 1662"/>
                <a:gd name="T63" fmla="*/ 1670 h 1942"/>
                <a:gd name="T64" fmla="*/ 1141 w 1662"/>
                <a:gd name="T65" fmla="*/ 1836 h 1942"/>
                <a:gd name="T66" fmla="*/ 937 w 1662"/>
                <a:gd name="T67" fmla="*/ 1930 h 1942"/>
                <a:gd name="T68" fmla="*/ 714 w 1662"/>
                <a:gd name="T69" fmla="*/ 1930 h 1942"/>
                <a:gd name="T70" fmla="*/ 510 w 1662"/>
                <a:gd name="T71" fmla="*/ 1836 h 1942"/>
                <a:gd name="T72" fmla="*/ 337 w 1662"/>
                <a:gd name="T73" fmla="*/ 1669 h 1942"/>
                <a:gd name="T74" fmla="*/ 205 w 1662"/>
                <a:gd name="T75" fmla="*/ 1452 h 1942"/>
                <a:gd name="T76" fmla="*/ 111 w 1662"/>
                <a:gd name="T77" fmla="*/ 1364 h 1942"/>
                <a:gd name="T78" fmla="*/ 39 w 1662"/>
                <a:gd name="T79" fmla="*/ 1284 h 1942"/>
                <a:gd name="T80" fmla="*/ 2 w 1662"/>
                <a:gd name="T81" fmla="*/ 1143 h 1942"/>
                <a:gd name="T82" fmla="*/ 9 w 1662"/>
                <a:gd name="T83" fmla="*/ 1009 h 1942"/>
                <a:gd name="T84" fmla="*/ 50 w 1662"/>
                <a:gd name="T85" fmla="*/ 930 h 1942"/>
                <a:gd name="T86" fmla="*/ 98 w 1662"/>
                <a:gd name="T87" fmla="*/ 851 h 1942"/>
                <a:gd name="T88" fmla="*/ 85 w 1662"/>
                <a:gd name="T89" fmla="*/ 643 h 1942"/>
                <a:gd name="T90" fmla="*/ 120 w 1662"/>
                <a:gd name="T91" fmla="*/ 487 h 1942"/>
                <a:gd name="T92" fmla="*/ 183 w 1662"/>
                <a:gd name="T93" fmla="*/ 377 h 1942"/>
                <a:gd name="T94" fmla="*/ 257 w 1662"/>
                <a:gd name="T95" fmla="*/ 305 h 1942"/>
                <a:gd name="T96" fmla="*/ 319 w 1662"/>
                <a:gd name="T97" fmla="*/ 266 h 1942"/>
                <a:gd name="T98" fmla="*/ 352 w 1662"/>
                <a:gd name="T99" fmla="*/ 246 h 1942"/>
                <a:gd name="T100" fmla="*/ 390 w 1662"/>
                <a:gd name="T101" fmla="*/ 196 h 1942"/>
                <a:gd name="T102" fmla="*/ 459 w 1662"/>
                <a:gd name="T103" fmla="*/ 127 h 1942"/>
                <a:gd name="T104" fmla="*/ 559 w 1662"/>
                <a:gd name="T105" fmla="*/ 57 h 1942"/>
                <a:gd name="T106" fmla="*/ 690 w 1662"/>
                <a:gd name="T107" fmla="*/ 10 h 19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662" h="1942">
                  <a:moveTo>
                    <a:pt x="526" y="499"/>
                  </a:moveTo>
                  <a:lnTo>
                    <a:pt x="484" y="546"/>
                  </a:lnTo>
                  <a:lnTo>
                    <a:pt x="445" y="595"/>
                  </a:lnTo>
                  <a:lnTo>
                    <a:pt x="410" y="645"/>
                  </a:lnTo>
                  <a:lnTo>
                    <a:pt x="379" y="696"/>
                  </a:lnTo>
                  <a:lnTo>
                    <a:pt x="352" y="747"/>
                  </a:lnTo>
                  <a:lnTo>
                    <a:pt x="329" y="797"/>
                  </a:lnTo>
                  <a:lnTo>
                    <a:pt x="309" y="847"/>
                  </a:lnTo>
                  <a:lnTo>
                    <a:pt x="291" y="895"/>
                  </a:lnTo>
                  <a:lnTo>
                    <a:pt x="277" y="941"/>
                  </a:lnTo>
                  <a:lnTo>
                    <a:pt x="264" y="984"/>
                  </a:lnTo>
                  <a:lnTo>
                    <a:pt x="255" y="1023"/>
                  </a:lnTo>
                  <a:lnTo>
                    <a:pt x="247" y="1059"/>
                  </a:lnTo>
                  <a:lnTo>
                    <a:pt x="241" y="1091"/>
                  </a:lnTo>
                  <a:lnTo>
                    <a:pt x="250" y="1148"/>
                  </a:lnTo>
                  <a:lnTo>
                    <a:pt x="263" y="1206"/>
                  </a:lnTo>
                  <a:lnTo>
                    <a:pt x="280" y="1263"/>
                  </a:lnTo>
                  <a:lnTo>
                    <a:pt x="299" y="1320"/>
                  </a:lnTo>
                  <a:lnTo>
                    <a:pt x="322" y="1375"/>
                  </a:lnTo>
                  <a:lnTo>
                    <a:pt x="347" y="1429"/>
                  </a:lnTo>
                  <a:lnTo>
                    <a:pt x="375" y="1480"/>
                  </a:lnTo>
                  <a:lnTo>
                    <a:pt x="406" y="1530"/>
                  </a:lnTo>
                  <a:lnTo>
                    <a:pt x="440" y="1576"/>
                  </a:lnTo>
                  <a:lnTo>
                    <a:pt x="476" y="1620"/>
                  </a:lnTo>
                  <a:lnTo>
                    <a:pt x="513" y="1659"/>
                  </a:lnTo>
                  <a:lnTo>
                    <a:pt x="553" y="1695"/>
                  </a:lnTo>
                  <a:lnTo>
                    <a:pt x="594" y="1726"/>
                  </a:lnTo>
                  <a:lnTo>
                    <a:pt x="638" y="1753"/>
                  </a:lnTo>
                  <a:lnTo>
                    <a:pt x="683" y="1774"/>
                  </a:lnTo>
                  <a:lnTo>
                    <a:pt x="729" y="1789"/>
                  </a:lnTo>
                  <a:lnTo>
                    <a:pt x="777" y="1800"/>
                  </a:lnTo>
                  <a:lnTo>
                    <a:pt x="825" y="1803"/>
                  </a:lnTo>
                  <a:lnTo>
                    <a:pt x="875" y="1800"/>
                  </a:lnTo>
                  <a:lnTo>
                    <a:pt x="922" y="1789"/>
                  </a:lnTo>
                  <a:lnTo>
                    <a:pt x="968" y="1774"/>
                  </a:lnTo>
                  <a:lnTo>
                    <a:pt x="1013" y="1753"/>
                  </a:lnTo>
                  <a:lnTo>
                    <a:pt x="1056" y="1726"/>
                  </a:lnTo>
                  <a:lnTo>
                    <a:pt x="1099" y="1695"/>
                  </a:lnTo>
                  <a:lnTo>
                    <a:pt x="1139" y="1659"/>
                  </a:lnTo>
                  <a:lnTo>
                    <a:pt x="1176" y="1619"/>
                  </a:lnTo>
                  <a:lnTo>
                    <a:pt x="1212" y="1576"/>
                  </a:lnTo>
                  <a:lnTo>
                    <a:pt x="1245" y="1529"/>
                  </a:lnTo>
                  <a:lnTo>
                    <a:pt x="1276" y="1480"/>
                  </a:lnTo>
                  <a:lnTo>
                    <a:pt x="1305" y="1428"/>
                  </a:lnTo>
                  <a:lnTo>
                    <a:pt x="1330" y="1374"/>
                  </a:lnTo>
                  <a:lnTo>
                    <a:pt x="1353" y="1319"/>
                  </a:lnTo>
                  <a:lnTo>
                    <a:pt x="1372" y="1262"/>
                  </a:lnTo>
                  <a:lnTo>
                    <a:pt x="1388" y="1205"/>
                  </a:lnTo>
                  <a:lnTo>
                    <a:pt x="1401" y="1147"/>
                  </a:lnTo>
                  <a:lnTo>
                    <a:pt x="1411" y="1089"/>
                  </a:lnTo>
                  <a:lnTo>
                    <a:pt x="1416" y="1032"/>
                  </a:lnTo>
                  <a:lnTo>
                    <a:pt x="1418" y="974"/>
                  </a:lnTo>
                  <a:lnTo>
                    <a:pt x="1417" y="904"/>
                  </a:lnTo>
                  <a:lnTo>
                    <a:pt x="1414" y="838"/>
                  </a:lnTo>
                  <a:lnTo>
                    <a:pt x="1339" y="839"/>
                  </a:lnTo>
                  <a:lnTo>
                    <a:pt x="1266" y="836"/>
                  </a:lnTo>
                  <a:lnTo>
                    <a:pt x="1198" y="830"/>
                  </a:lnTo>
                  <a:lnTo>
                    <a:pt x="1133" y="820"/>
                  </a:lnTo>
                  <a:lnTo>
                    <a:pt x="1070" y="808"/>
                  </a:lnTo>
                  <a:lnTo>
                    <a:pt x="1012" y="794"/>
                  </a:lnTo>
                  <a:lnTo>
                    <a:pt x="956" y="777"/>
                  </a:lnTo>
                  <a:lnTo>
                    <a:pt x="903" y="757"/>
                  </a:lnTo>
                  <a:lnTo>
                    <a:pt x="853" y="737"/>
                  </a:lnTo>
                  <a:lnTo>
                    <a:pt x="806" y="713"/>
                  </a:lnTo>
                  <a:lnTo>
                    <a:pt x="762" y="690"/>
                  </a:lnTo>
                  <a:lnTo>
                    <a:pt x="721" y="664"/>
                  </a:lnTo>
                  <a:lnTo>
                    <a:pt x="682" y="638"/>
                  </a:lnTo>
                  <a:lnTo>
                    <a:pt x="646" y="610"/>
                  </a:lnTo>
                  <a:lnTo>
                    <a:pt x="612" y="583"/>
                  </a:lnTo>
                  <a:lnTo>
                    <a:pt x="581" y="555"/>
                  </a:lnTo>
                  <a:lnTo>
                    <a:pt x="552" y="527"/>
                  </a:lnTo>
                  <a:lnTo>
                    <a:pt x="526" y="499"/>
                  </a:lnTo>
                  <a:close/>
                  <a:moveTo>
                    <a:pt x="808" y="0"/>
                  </a:moveTo>
                  <a:lnTo>
                    <a:pt x="851" y="3"/>
                  </a:lnTo>
                  <a:lnTo>
                    <a:pt x="897" y="11"/>
                  </a:lnTo>
                  <a:lnTo>
                    <a:pt x="944" y="23"/>
                  </a:lnTo>
                  <a:lnTo>
                    <a:pt x="993" y="39"/>
                  </a:lnTo>
                  <a:lnTo>
                    <a:pt x="1044" y="60"/>
                  </a:lnTo>
                  <a:lnTo>
                    <a:pt x="1097" y="86"/>
                  </a:lnTo>
                  <a:lnTo>
                    <a:pt x="1152" y="118"/>
                  </a:lnTo>
                  <a:lnTo>
                    <a:pt x="1179" y="135"/>
                  </a:lnTo>
                  <a:lnTo>
                    <a:pt x="1208" y="155"/>
                  </a:lnTo>
                  <a:lnTo>
                    <a:pt x="1239" y="179"/>
                  </a:lnTo>
                  <a:lnTo>
                    <a:pt x="1271" y="205"/>
                  </a:lnTo>
                  <a:lnTo>
                    <a:pt x="1304" y="233"/>
                  </a:lnTo>
                  <a:lnTo>
                    <a:pt x="1334" y="261"/>
                  </a:lnTo>
                  <a:lnTo>
                    <a:pt x="1363" y="292"/>
                  </a:lnTo>
                  <a:lnTo>
                    <a:pt x="1388" y="323"/>
                  </a:lnTo>
                  <a:lnTo>
                    <a:pt x="1409" y="353"/>
                  </a:lnTo>
                  <a:lnTo>
                    <a:pt x="1409" y="353"/>
                  </a:lnTo>
                  <a:lnTo>
                    <a:pt x="1433" y="389"/>
                  </a:lnTo>
                  <a:lnTo>
                    <a:pt x="1455" y="429"/>
                  </a:lnTo>
                  <a:lnTo>
                    <a:pt x="1475" y="472"/>
                  </a:lnTo>
                  <a:lnTo>
                    <a:pt x="1493" y="519"/>
                  </a:lnTo>
                  <a:lnTo>
                    <a:pt x="1509" y="570"/>
                  </a:lnTo>
                  <a:lnTo>
                    <a:pt x="1524" y="626"/>
                  </a:lnTo>
                  <a:lnTo>
                    <a:pt x="1535" y="685"/>
                  </a:lnTo>
                  <a:lnTo>
                    <a:pt x="1545" y="749"/>
                  </a:lnTo>
                  <a:lnTo>
                    <a:pt x="1551" y="817"/>
                  </a:lnTo>
                  <a:lnTo>
                    <a:pt x="1555" y="892"/>
                  </a:lnTo>
                  <a:lnTo>
                    <a:pt x="1573" y="900"/>
                  </a:lnTo>
                  <a:lnTo>
                    <a:pt x="1590" y="910"/>
                  </a:lnTo>
                  <a:lnTo>
                    <a:pt x="1605" y="922"/>
                  </a:lnTo>
                  <a:lnTo>
                    <a:pt x="1619" y="939"/>
                  </a:lnTo>
                  <a:lnTo>
                    <a:pt x="1632" y="957"/>
                  </a:lnTo>
                  <a:lnTo>
                    <a:pt x="1642" y="979"/>
                  </a:lnTo>
                  <a:lnTo>
                    <a:pt x="1651" y="1003"/>
                  </a:lnTo>
                  <a:lnTo>
                    <a:pt x="1657" y="1032"/>
                  </a:lnTo>
                  <a:lnTo>
                    <a:pt x="1661" y="1064"/>
                  </a:lnTo>
                  <a:lnTo>
                    <a:pt x="1662" y="1102"/>
                  </a:lnTo>
                  <a:lnTo>
                    <a:pt x="1660" y="1143"/>
                  </a:lnTo>
                  <a:lnTo>
                    <a:pt x="1655" y="1183"/>
                  </a:lnTo>
                  <a:lnTo>
                    <a:pt x="1648" y="1218"/>
                  </a:lnTo>
                  <a:lnTo>
                    <a:pt x="1638" y="1250"/>
                  </a:lnTo>
                  <a:lnTo>
                    <a:pt x="1625" y="1278"/>
                  </a:lnTo>
                  <a:lnTo>
                    <a:pt x="1611" y="1304"/>
                  </a:lnTo>
                  <a:lnTo>
                    <a:pt x="1595" y="1325"/>
                  </a:lnTo>
                  <a:lnTo>
                    <a:pt x="1577" y="1344"/>
                  </a:lnTo>
                  <a:lnTo>
                    <a:pt x="1558" y="1360"/>
                  </a:lnTo>
                  <a:lnTo>
                    <a:pt x="1537" y="1372"/>
                  </a:lnTo>
                  <a:lnTo>
                    <a:pt x="1515" y="1382"/>
                  </a:lnTo>
                  <a:lnTo>
                    <a:pt x="1493" y="1390"/>
                  </a:lnTo>
                  <a:lnTo>
                    <a:pt x="1471" y="1395"/>
                  </a:lnTo>
                  <a:lnTo>
                    <a:pt x="1445" y="1454"/>
                  </a:lnTo>
                  <a:lnTo>
                    <a:pt x="1416" y="1512"/>
                  </a:lnTo>
                  <a:lnTo>
                    <a:pt x="1385" y="1567"/>
                  </a:lnTo>
                  <a:lnTo>
                    <a:pt x="1350" y="1620"/>
                  </a:lnTo>
                  <a:lnTo>
                    <a:pt x="1313" y="1670"/>
                  </a:lnTo>
                  <a:lnTo>
                    <a:pt x="1273" y="1717"/>
                  </a:lnTo>
                  <a:lnTo>
                    <a:pt x="1231" y="1761"/>
                  </a:lnTo>
                  <a:lnTo>
                    <a:pt x="1187" y="1801"/>
                  </a:lnTo>
                  <a:lnTo>
                    <a:pt x="1141" y="1836"/>
                  </a:lnTo>
                  <a:lnTo>
                    <a:pt x="1092" y="1868"/>
                  </a:lnTo>
                  <a:lnTo>
                    <a:pt x="1042" y="1893"/>
                  </a:lnTo>
                  <a:lnTo>
                    <a:pt x="990" y="1915"/>
                  </a:lnTo>
                  <a:lnTo>
                    <a:pt x="937" y="1930"/>
                  </a:lnTo>
                  <a:lnTo>
                    <a:pt x="882" y="1939"/>
                  </a:lnTo>
                  <a:lnTo>
                    <a:pt x="825" y="1942"/>
                  </a:lnTo>
                  <a:lnTo>
                    <a:pt x="769" y="1939"/>
                  </a:lnTo>
                  <a:lnTo>
                    <a:pt x="714" y="1930"/>
                  </a:lnTo>
                  <a:lnTo>
                    <a:pt x="661" y="1915"/>
                  </a:lnTo>
                  <a:lnTo>
                    <a:pt x="608" y="1893"/>
                  </a:lnTo>
                  <a:lnTo>
                    <a:pt x="558" y="1867"/>
                  </a:lnTo>
                  <a:lnTo>
                    <a:pt x="510" y="1836"/>
                  </a:lnTo>
                  <a:lnTo>
                    <a:pt x="464" y="1800"/>
                  </a:lnTo>
                  <a:lnTo>
                    <a:pt x="419" y="1760"/>
                  </a:lnTo>
                  <a:lnTo>
                    <a:pt x="377" y="1716"/>
                  </a:lnTo>
                  <a:lnTo>
                    <a:pt x="337" y="1669"/>
                  </a:lnTo>
                  <a:lnTo>
                    <a:pt x="300" y="1618"/>
                  </a:lnTo>
                  <a:lnTo>
                    <a:pt x="266" y="1565"/>
                  </a:lnTo>
                  <a:lnTo>
                    <a:pt x="234" y="1510"/>
                  </a:lnTo>
                  <a:lnTo>
                    <a:pt x="205" y="1452"/>
                  </a:lnTo>
                  <a:lnTo>
                    <a:pt x="179" y="1392"/>
                  </a:lnTo>
                  <a:lnTo>
                    <a:pt x="156" y="1386"/>
                  </a:lnTo>
                  <a:lnTo>
                    <a:pt x="133" y="1376"/>
                  </a:lnTo>
                  <a:lnTo>
                    <a:pt x="111" y="1364"/>
                  </a:lnTo>
                  <a:lnTo>
                    <a:pt x="91" y="1349"/>
                  </a:lnTo>
                  <a:lnTo>
                    <a:pt x="72" y="1330"/>
                  </a:lnTo>
                  <a:lnTo>
                    <a:pt x="55" y="1309"/>
                  </a:lnTo>
                  <a:lnTo>
                    <a:pt x="39" y="1284"/>
                  </a:lnTo>
                  <a:lnTo>
                    <a:pt x="26" y="1254"/>
                  </a:lnTo>
                  <a:lnTo>
                    <a:pt x="15" y="1221"/>
                  </a:lnTo>
                  <a:lnTo>
                    <a:pt x="7" y="1184"/>
                  </a:lnTo>
                  <a:lnTo>
                    <a:pt x="2" y="1143"/>
                  </a:lnTo>
                  <a:lnTo>
                    <a:pt x="0" y="1104"/>
                  </a:lnTo>
                  <a:lnTo>
                    <a:pt x="1" y="1068"/>
                  </a:lnTo>
                  <a:lnTo>
                    <a:pt x="4" y="1038"/>
                  </a:lnTo>
                  <a:lnTo>
                    <a:pt x="9" y="1009"/>
                  </a:lnTo>
                  <a:lnTo>
                    <a:pt x="17" y="985"/>
                  </a:lnTo>
                  <a:lnTo>
                    <a:pt x="27" y="964"/>
                  </a:lnTo>
                  <a:lnTo>
                    <a:pt x="38" y="946"/>
                  </a:lnTo>
                  <a:lnTo>
                    <a:pt x="50" y="930"/>
                  </a:lnTo>
                  <a:lnTo>
                    <a:pt x="65" y="916"/>
                  </a:lnTo>
                  <a:lnTo>
                    <a:pt x="80" y="906"/>
                  </a:lnTo>
                  <a:lnTo>
                    <a:pt x="96" y="897"/>
                  </a:lnTo>
                  <a:lnTo>
                    <a:pt x="98" y="851"/>
                  </a:lnTo>
                  <a:lnTo>
                    <a:pt x="89" y="794"/>
                  </a:lnTo>
                  <a:lnTo>
                    <a:pt x="85" y="740"/>
                  </a:lnTo>
                  <a:lnTo>
                    <a:pt x="83" y="690"/>
                  </a:lnTo>
                  <a:lnTo>
                    <a:pt x="85" y="643"/>
                  </a:lnTo>
                  <a:lnTo>
                    <a:pt x="90" y="599"/>
                  </a:lnTo>
                  <a:lnTo>
                    <a:pt x="98" y="559"/>
                  </a:lnTo>
                  <a:lnTo>
                    <a:pt x="108" y="522"/>
                  </a:lnTo>
                  <a:lnTo>
                    <a:pt x="120" y="487"/>
                  </a:lnTo>
                  <a:lnTo>
                    <a:pt x="134" y="455"/>
                  </a:lnTo>
                  <a:lnTo>
                    <a:pt x="149" y="427"/>
                  </a:lnTo>
                  <a:lnTo>
                    <a:pt x="166" y="400"/>
                  </a:lnTo>
                  <a:lnTo>
                    <a:pt x="183" y="377"/>
                  </a:lnTo>
                  <a:lnTo>
                    <a:pt x="202" y="355"/>
                  </a:lnTo>
                  <a:lnTo>
                    <a:pt x="220" y="337"/>
                  </a:lnTo>
                  <a:lnTo>
                    <a:pt x="239" y="320"/>
                  </a:lnTo>
                  <a:lnTo>
                    <a:pt x="257" y="305"/>
                  </a:lnTo>
                  <a:lnTo>
                    <a:pt x="274" y="293"/>
                  </a:lnTo>
                  <a:lnTo>
                    <a:pt x="290" y="282"/>
                  </a:lnTo>
                  <a:lnTo>
                    <a:pt x="305" y="273"/>
                  </a:lnTo>
                  <a:lnTo>
                    <a:pt x="319" y="266"/>
                  </a:lnTo>
                  <a:lnTo>
                    <a:pt x="331" y="260"/>
                  </a:lnTo>
                  <a:lnTo>
                    <a:pt x="341" y="255"/>
                  </a:lnTo>
                  <a:lnTo>
                    <a:pt x="348" y="253"/>
                  </a:lnTo>
                  <a:lnTo>
                    <a:pt x="352" y="246"/>
                  </a:lnTo>
                  <a:lnTo>
                    <a:pt x="359" y="237"/>
                  </a:lnTo>
                  <a:lnTo>
                    <a:pt x="367" y="225"/>
                  </a:lnTo>
                  <a:lnTo>
                    <a:pt x="377" y="212"/>
                  </a:lnTo>
                  <a:lnTo>
                    <a:pt x="390" y="196"/>
                  </a:lnTo>
                  <a:lnTo>
                    <a:pt x="404" y="180"/>
                  </a:lnTo>
                  <a:lnTo>
                    <a:pt x="421" y="163"/>
                  </a:lnTo>
                  <a:lnTo>
                    <a:pt x="439" y="145"/>
                  </a:lnTo>
                  <a:lnTo>
                    <a:pt x="459" y="127"/>
                  </a:lnTo>
                  <a:lnTo>
                    <a:pt x="481" y="108"/>
                  </a:lnTo>
                  <a:lnTo>
                    <a:pt x="505" y="91"/>
                  </a:lnTo>
                  <a:lnTo>
                    <a:pt x="531" y="74"/>
                  </a:lnTo>
                  <a:lnTo>
                    <a:pt x="559" y="57"/>
                  </a:lnTo>
                  <a:lnTo>
                    <a:pt x="589" y="43"/>
                  </a:lnTo>
                  <a:lnTo>
                    <a:pt x="620" y="30"/>
                  </a:lnTo>
                  <a:lnTo>
                    <a:pt x="655" y="19"/>
                  </a:lnTo>
                  <a:lnTo>
                    <a:pt x="690" y="10"/>
                  </a:lnTo>
                  <a:lnTo>
                    <a:pt x="728" y="3"/>
                  </a:lnTo>
                  <a:lnTo>
                    <a:pt x="767" y="0"/>
                  </a:lnTo>
                  <a:lnTo>
                    <a:pt x="80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34" name="Freeform 23"/>
            <p:cNvSpPr>
              <a:spLocks noEditPoints="1"/>
            </p:cNvSpPr>
            <p:nvPr/>
          </p:nvSpPr>
          <p:spPr bwMode="auto">
            <a:xfrm>
              <a:off x="2664" y="4250"/>
              <a:ext cx="83" cy="27"/>
            </a:xfrm>
            <a:custGeom>
              <a:avLst/>
              <a:gdLst>
                <a:gd name="T0" fmla="*/ 613 w 916"/>
                <a:gd name="T1" fmla="*/ 78 h 300"/>
                <a:gd name="T2" fmla="*/ 561 w 916"/>
                <a:gd name="T3" fmla="*/ 109 h 300"/>
                <a:gd name="T4" fmla="*/ 554 w 916"/>
                <a:gd name="T5" fmla="*/ 165 h 300"/>
                <a:gd name="T6" fmla="*/ 579 w 916"/>
                <a:gd name="T7" fmla="*/ 210 h 300"/>
                <a:gd name="T8" fmla="*/ 665 w 916"/>
                <a:gd name="T9" fmla="*/ 229 h 300"/>
                <a:gd name="T10" fmla="*/ 787 w 916"/>
                <a:gd name="T11" fmla="*/ 223 h 300"/>
                <a:gd name="T12" fmla="*/ 839 w 916"/>
                <a:gd name="T13" fmla="*/ 191 h 300"/>
                <a:gd name="T14" fmla="*/ 846 w 916"/>
                <a:gd name="T15" fmla="*/ 135 h 300"/>
                <a:gd name="T16" fmla="*/ 820 w 916"/>
                <a:gd name="T17" fmla="*/ 90 h 300"/>
                <a:gd name="T18" fmla="*/ 734 w 916"/>
                <a:gd name="T19" fmla="*/ 72 h 300"/>
                <a:gd name="T20" fmla="*/ 153 w 916"/>
                <a:gd name="T21" fmla="*/ 74 h 300"/>
                <a:gd name="T22" fmla="*/ 85 w 916"/>
                <a:gd name="T23" fmla="*/ 99 h 300"/>
                <a:gd name="T24" fmla="*/ 70 w 916"/>
                <a:gd name="T25" fmla="*/ 150 h 300"/>
                <a:gd name="T26" fmla="*/ 85 w 916"/>
                <a:gd name="T27" fmla="*/ 201 h 300"/>
                <a:gd name="T28" fmla="*/ 153 w 916"/>
                <a:gd name="T29" fmla="*/ 227 h 300"/>
                <a:gd name="T30" fmla="*/ 280 w 916"/>
                <a:gd name="T31" fmla="*/ 227 h 300"/>
                <a:gd name="T32" fmla="*/ 348 w 916"/>
                <a:gd name="T33" fmla="*/ 201 h 300"/>
                <a:gd name="T34" fmla="*/ 363 w 916"/>
                <a:gd name="T35" fmla="*/ 150 h 300"/>
                <a:gd name="T36" fmla="*/ 348 w 916"/>
                <a:gd name="T37" fmla="*/ 99 h 300"/>
                <a:gd name="T38" fmla="*/ 280 w 916"/>
                <a:gd name="T39" fmla="*/ 74 h 300"/>
                <a:gd name="T40" fmla="*/ 234 w 916"/>
                <a:gd name="T41" fmla="*/ 0 h 300"/>
                <a:gd name="T42" fmla="*/ 321 w 916"/>
                <a:gd name="T43" fmla="*/ 9 h 300"/>
                <a:gd name="T44" fmla="*/ 400 w 916"/>
                <a:gd name="T45" fmla="*/ 53 h 300"/>
                <a:gd name="T46" fmla="*/ 574 w 916"/>
                <a:gd name="T47" fmla="*/ 17 h 300"/>
                <a:gd name="T48" fmla="*/ 662 w 916"/>
                <a:gd name="T49" fmla="*/ 1 h 300"/>
                <a:gd name="T50" fmla="*/ 732 w 916"/>
                <a:gd name="T51" fmla="*/ 0 h 300"/>
                <a:gd name="T52" fmla="*/ 806 w 916"/>
                <a:gd name="T53" fmla="*/ 10 h 300"/>
                <a:gd name="T54" fmla="*/ 875 w 916"/>
                <a:gd name="T55" fmla="*/ 45 h 300"/>
                <a:gd name="T56" fmla="*/ 914 w 916"/>
                <a:gd name="T57" fmla="*/ 123 h 300"/>
                <a:gd name="T58" fmla="*/ 900 w 916"/>
                <a:gd name="T59" fmla="*/ 223 h 300"/>
                <a:gd name="T60" fmla="*/ 843 w 916"/>
                <a:gd name="T61" fmla="*/ 277 h 300"/>
                <a:gd name="T62" fmla="*/ 768 w 916"/>
                <a:gd name="T63" fmla="*/ 297 h 300"/>
                <a:gd name="T64" fmla="*/ 699 w 916"/>
                <a:gd name="T65" fmla="*/ 300 h 300"/>
                <a:gd name="T66" fmla="*/ 632 w 916"/>
                <a:gd name="T67" fmla="*/ 297 h 300"/>
                <a:gd name="T68" fmla="*/ 557 w 916"/>
                <a:gd name="T69" fmla="*/ 277 h 300"/>
                <a:gd name="T70" fmla="*/ 500 w 916"/>
                <a:gd name="T71" fmla="*/ 224 h 300"/>
                <a:gd name="T72" fmla="*/ 485 w 916"/>
                <a:gd name="T73" fmla="*/ 137 h 300"/>
                <a:gd name="T74" fmla="*/ 432 w 916"/>
                <a:gd name="T75" fmla="*/ 150 h 300"/>
                <a:gd name="T76" fmla="*/ 405 w 916"/>
                <a:gd name="T77" fmla="*/ 241 h 300"/>
                <a:gd name="T78" fmla="*/ 342 w 916"/>
                <a:gd name="T79" fmla="*/ 284 h 300"/>
                <a:gd name="T80" fmla="*/ 266 w 916"/>
                <a:gd name="T81" fmla="*/ 298 h 300"/>
                <a:gd name="T82" fmla="*/ 201 w 916"/>
                <a:gd name="T83" fmla="*/ 299 h 300"/>
                <a:gd name="T84" fmla="*/ 129 w 916"/>
                <a:gd name="T85" fmla="*/ 294 h 300"/>
                <a:gd name="T86" fmla="*/ 57 w 916"/>
                <a:gd name="T87" fmla="*/ 267 h 300"/>
                <a:gd name="T88" fmla="*/ 7 w 916"/>
                <a:gd name="T89" fmla="*/ 202 h 300"/>
                <a:gd name="T90" fmla="*/ 7 w 916"/>
                <a:gd name="T91" fmla="*/ 98 h 300"/>
                <a:gd name="T92" fmla="*/ 57 w 916"/>
                <a:gd name="T93" fmla="*/ 33 h 300"/>
                <a:gd name="T94" fmla="*/ 129 w 916"/>
                <a:gd name="T95" fmla="*/ 6 h 300"/>
                <a:gd name="T96" fmla="*/ 201 w 916"/>
                <a:gd name="T97" fmla="*/ 0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16" h="300">
                  <a:moveTo>
                    <a:pt x="699" y="71"/>
                  </a:moveTo>
                  <a:lnTo>
                    <a:pt x="665" y="72"/>
                  </a:lnTo>
                  <a:lnTo>
                    <a:pt x="636" y="74"/>
                  </a:lnTo>
                  <a:lnTo>
                    <a:pt x="613" y="78"/>
                  </a:lnTo>
                  <a:lnTo>
                    <a:pt x="594" y="83"/>
                  </a:lnTo>
                  <a:lnTo>
                    <a:pt x="579" y="90"/>
                  </a:lnTo>
                  <a:lnTo>
                    <a:pt x="569" y="99"/>
                  </a:lnTo>
                  <a:lnTo>
                    <a:pt x="561" y="109"/>
                  </a:lnTo>
                  <a:lnTo>
                    <a:pt x="556" y="122"/>
                  </a:lnTo>
                  <a:lnTo>
                    <a:pt x="554" y="135"/>
                  </a:lnTo>
                  <a:lnTo>
                    <a:pt x="553" y="150"/>
                  </a:lnTo>
                  <a:lnTo>
                    <a:pt x="554" y="165"/>
                  </a:lnTo>
                  <a:lnTo>
                    <a:pt x="556" y="179"/>
                  </a:lnTo>
                  <a:lnTo>
                    <a:pt x="561" y="191"/>
                  </a:lnTo>
                  <a:lnTo>
                    <a:pt x="569" y="201"/>
                  </a:lnTo>
                  <a:lnTo>
                    <a:pt x="579" y="210"/>
                  </a:lnTo>
                  <a:lnTo>
                    <a:pt x="594" y="216"/>
                  </a:lnTo>
                  <a:lnTo>
                    <a:pt x="613" y="223"/>
                  </a:lnTo>
                  <a:lnTo>
                    <a:pt x="636" y="227"/>
                  </a:lnTo>
                  <a:lnTo>
                    <a:pt x="665" y="229"/>
                  </a:lnTo>
                  <a:lnTo>
                    <a:pt x="699" y="230"/>
                  </a:lnTo>
                  <a:lnTo>
                    <a:pt x="734" y="229"/>
                  </a:lnTo>
                  <a:lnTo>
                    <a:pt x="763" y="227"/>
                  </a:lnTo>
                  <a:lnTo>
                    <a:pt x="787" y="223"/>
                  </a:lnTo>
                  <a:lnTo>
                    <a:pt x="805" y="216"/>
                  </a:lnTo>
                  <a:lnTo>
                    <a:pt x="820" y="210"/>
                  </a:lnTo>
                  <a:lnTo>
                    <a:pt x="831" y="201"/>
                  </a:lnTo>
                  <a:lnTo>
                    <a:pt x="839" y="191"/>
                  </a:lnTo>
                  <a:lnTo>
                    <a:pt x="843" y="179"/>
                  </a:lnTo>
                  <a:lnTo>
                    <a:pt x="846" y="165"/>
                  </a:lnTo>
                  <a:lnTo>
                    <a:pt x="847" y="150"/>
                  </a:lnTo>
                  <a:lnTo>
                    <a:pt x="846" y="135"/>
                  </a:lnTo>
                  <a:lnTo>
                    <a:pt x="843" y="122"/>
                  </a:lnTo>
                  <a:lnTo>
                    <a:pt x="839" y="109"/>
                  </a:lnTo>
                  <a:lnTo>
                    <a:pt x="831" y="99"/>
                  </a:lnTo>
                  <a:lnTo>
                    <a:pt x="820" y="90"/>
                  </a:lnTo>
                  <a:lnTo>
                    <a:pt x="805" y="83"/>
                  </a:lnTo>
                  <a:lnTo>
                    <a:pt x="787" y="78"/>
                  </a:lnTo>
                  <a:lnTo>
                    <a:pt x="763" y="74"/>
                  </a:lnTo>
                  <a:lnTo>
                    <a:pt x="734" y="72"/>
                  </a:lnTo>
                  <a:lnTo>
                    <a:pt x="699" y="71"/>
                  </a:lnTo>
                  <a:close/>
                  <a:moveTo>
                    <a:pt x="216" y="71"/>
                  </a:moveTo>
                  <a:lnTo>
                    <a:pt x="182" y="72"/>
                  </a:lnTo>
                  <a:lnTo>
                    <a:pt x="153" y="74"/>
                  </a:lnTo>
                  <a:lnTo>
                    <a:pt x="130" y="78"/>
                  </a:lnTo>
                  <a:lnTo>
                    <a:pt x="111" y="83"/>
                  </a:lnTo>
                  <a:lnTo>
                    <a:pt x="96" y="90"/>
                  </a:lnTo>
                  <a:lnTo>
                    <a:pt x="85" y="99"/>
                  </a:lnTo>
                  <a:lnTo>
                    <a:pt x="78" y="109"/>
                  </a:lnTo>
                  <a:lnTo>
                    <a:pt x="73" y="122"/>
                  </a:lnTo>
                  <a:lnTo>
                    <a:pt x="70" y="135"/>
                  </a:lnTo>
                  <a:lnTo>
                    <a:pt x="70" y="150"/>
                  </a:lnTo>
                  <a:lnTo>
                    <a:pt x="70" y="165"/>
                  </a:lnTo>
                  <a:lnTo>
                    <a:pt x="73" y="179"/>
                  </a:lnTo>
                  <a:lnTo>
                    <a:pt x="78" y="191"/>
                  </a:lnTo>
                  <a:lnTo>
                    <a:pt x="85" y="201"/>
                  </a:lnTo>
                  <a:lnTo>
                    <a:pt x="96" y="210"/>
                  </a:lnTo>
                  <a:lnTo>
                    <a:pt x="111" y="216"/>
                  </a:lnTo>
                  <a:lnTo>
                    <a:pt x="130" y="223"/>
                  </a:lnTo>
                  <a:lnTo>
                    <a:pt x="153" y="227"/>
                  </a:lnTo>
                  <a:lnTo>
                    <a:pt x="182" y="229"/>
                  </a:lnTo>
                  <a:lnTo>
                    <a:pt x="216" y="230"/>
                  </a:lnTo>
                  <a:lnTo>
                    <a:pt x="250" y="229"/>
                  </a:lnTo>
                  <a:lnTo>
                    <a:pt x="280" y="227"/>
                  </a:lnTo>
                  <a:lnTo>
                    <a:pt x="304" y="223"/>
                  </a:lnTo>
                  <a:lnTo>
                    <a:pt x="322" y="216"/>
                  </a:lnTo>
                  <a:lnTo>
                    <a:pt x="337" y="210"/>
                  </a:lnTo>
                  <a:lnTo>
                    <a:pt x="348" y="201"/>
                  </a:lnTo>
                  <a:lnTo>
                    <a:pt x="355" y="191"/>
                  </a:lnTo>
                  <a:lnTo>
                    <a:pt x="360" y="179"/>
                  </a:lnTo>
                  <a:lnTo>
                    <a:pt x="363" y="165"/>
                  </a:lnTo>
                  <a:lnTo>
                    <a:pt x="363" y="150"/>
                  </a:lnTo>
                  <a:lnTo>
                    <a:pt x="363" y="135"/>
                  </a:lnTo>
                  <a:lnTo>
                    <a:pt x="360" y="122"/>
                  </a:lnTo>
                  <a:lnTo>
                    <a:pt x="355" y="109"/>
                  </a:lnTo>
                  <a:lnTo>
                    <a:pt x="348" y="99"/>
                  </a:lnTo>
                  <a:lnTo>
                    <a:pt x="337" y="90"/>
                  </a:lnTo>
                  <a:lnTo>
                    <a:pt x="322" y="83"/>
                  </a:lnTo>
                  <a:lnTo>
                    <a:pt x="304" y="78"/>
                  </a:lnTo>
                  <a:lnTo>
                    <a:pt x="280" y="74"/>
                  </a:lnTo>
                  <a:lnTo>
                    <a:pt x="250" y="72"/>
                  </a:lnTo>
                  <a:lnTo>
                    <a:pt x="216" y="71"/>
                  </a:lnTo>
                  <a:close/>
                  <a:moveTo>
                    <a:pt x="216" y="0"/>
                  </a:moveTo>
                  <a:lnTo>
                    <a:pt x="234" y="0"/>
                  </a:lnTo>
                  <a:lnTo>
                    <a:pt x="254" y="1"/>
                  </a:lnTo>
                  <a:lnTo>
                    <a:pt x="276" y="2"/>
                  </a:lnTo>
                  <a:lnTo>
                    <a:pt x="298" y="5"/>
                  </a:lnTo>
                  <a:lnTo>
                    <a:pt x="321" y="9"/>
                  </a:lnTo>
                  <a:lnTo>
                    <a:pt x="343" y="17"/>
                  </a:lnTo>
                  <a:lnTo>
                    <a:pt x="364" y="26"/>
                  </a:lnTo>
                  <a:lnTo>
                    <a:pt x="383" y="37"/>
                  </a:lnTo>
                  <a:lnTo>
                    <a:pt x="400" y="53"/>
                  </a:lnTo>
                  <a:lnTo>
                    <a:pt x="516" y="53"/>
                  </a:lnTo>
                  <a:lnTo>
                    <a:pt x="533" y="37"/>
                  </a:lnTo>
                  <a:lnTo>
                    <a:pt x="553" y="26"/>
                  </a:lnTo>
                  <a:lnTo>
                    <a:pt x="574" y="17"/>
                  </a:lnTo>
                  <a:lnTo>
                    <a:pt x="596" y="9"/>
                  </a:lnTo>
                  <a:lnTo>
                    <a:pt x="618" y="5"/>
                  </a:lnTo>
                  <a:lnTo>
                    <a:pt x="640" y="2"/>
                  </a:lnTo>
                  <a:lnTo>
                    <a:pt x="662" y="1"/>
                  </a:lnTo>
                  <a:lnTo>
                    <a:pt x="682" y="0"/>
                  </a:lnTo>
                  <a:lnTo>
                    <a:pt x="699" y="0"/>
                  </a:lnTo>
                  <a:lnTo>
                    <a:pt x="715" y="0"/>
                  </a:lnTo>
                  <a:lnTo>
                    <a:pt x="732" y="0"/>
                  </a:lnTo>
                  <a:lnTo>
                    <a:pt x="749" y="1"/>
                  </a:lnTo>
                  <a:lnTo>
                    <a:pt x="768" y="3"/>
                  </a:lnTo>
                  <a:lnTo>
                    <a:pt x="787" y="6"/>
                  </a:lnTo>
                  <a:lnTo>
                    <a:pt x="806" y="10"/>
                  </a:lnTo>
                  <a:lnTo>
                    <a:pt x="825" y="16"/>
                  </a:lnTo>
                  <a:lnTo>
                    <a:pt x="843" y="24"/>
                  </a:lnTo>
                  <a:lnTo>
                    <a:pt x="860" y="33"/>
                  </a:lnTo>
                  <a:lnTo>
                    <a:pt x="875" y="45"/>
                  </a:lnTo>
                  <a:lnTo>
                    <a:pt x="889" y="59"/>
                  </a:lnTo>
                  <a:lnTo>
                    <a:pt x="900" y="77"/>
                  </a:lnTo>
                  <a:lnTo>
                    <a:pt x="908" y="98"/>
                  </a:lnTo>
                  <a:lnTo>
                    <a:pt x="914" y="123"/>
                  </a:lnTo>
                  <a:lnTo>
                    <a:pt x="916" y="150"/>
                  </a:lnTo>
                  <a:lnTo>
                    <a:pt x="914" y="178"/>
                  </a:lnTo>
                  <a:lnTo>
                    <a:pt x="908" y="202"/>
                  </a:lnTo>
                  <a:lnTo>
                    <a:pt x="900" y="223"/>
                  </a:lnTo>
                  <a:lnTo>
                    <a:pt x="889" y="241"/>
                  </a:lnTo>
                  <a:lnTo>
                    <a:pt x="875" y="255"/>
                  </a:lnTo>
                  <a:lnTo>
                    <a:pt x="860" y="267"/>
                  </a:lnTo>
                  <a:lnTo>
                    <a:pt x="843" y="277"/>
                  </a:lnTo>
                  <a:lnTo>
                    <a:pt x="825" y="285"/>
                  </a:lnTo>
                  <a:lnTo>
                    <a:pt x="806" y="290"/>
                  </a:lnTo>
                  <a:lnTo>
                    <a:pt x="787" y="294"/>
                  </a:lnTo>
                  <a:lnTo>
                    <a:pt x="768" y="297"/>
                  </a:lnTo>
                  <a:lnTo>
                    <a:pt x="749" y="298"/>
                  </a:lnTo>
                  <a:lnTo>
                    <a:pt x="732" y="299"/>
                  </a:lnTo>
                  <a:lnTo>
                    <a:pt x="715" y="299"/>
                  </a:lnTo>
                  <a:lnTo>
                    <a:pt x="699" y="300"/>
                  </a:lnTo>
                  <a:lnTo>
                    <a:pt x="685" y="299"/>
                  </a:lnTo>
                  <a:lnTo>
                    <a:pt x="668" y="299"/>
                  </a:lnTo>
                  <a:lnTo>
                    <a:pt x="650" y="298"/>
                  </a:lnTo>
                  <a:lnTo>
                    <a:pt x="632" y="297"/>
                  </a:lnTo>
                  <a:lnTo>
                    <a:pt x="613" y="294"/>
                  </a:lnTo>
                  <a:lnTo>
                    <a:pt x="593" y="290"/>
                  </a:lnTo>
                  <a:lnTo>
                    <a:pt x="575" y="285"/>
                  </a:lnTo>
                  <a:lnTo>
                    <a:pt x="557" y="277"/>
                  </a:lnTo>
                  <a:lnTo>
                    <a:pt x="540" y="267"/>
                  </a:lnTo>
                  <a:lnTo>
                    <a:pt x="524" y="255"/>
                  </a:lnTo>
                  <a:lnTo>
                    <a:pt x="511" y="241"/>
                  </a:lnTo>
                  <a:lnTo>
                    <a:pt x="500" y="224"/>
                  </a:lnTo>
                  <a:lnTo>
                    <a:pt x="491" y="202"/>
                  </a:lnTo>
                  <a:lnTo>
                    <a:pt x="486" y="179"/>
                  </a:lnTo>
                  <a:lnTo>
                    <a:pt x="484" y="150"/>
                  </a:lnTo>
                  <a:lnTo>
                    <a:pt x="485" y="137"/>
                  </a:lnTo>
                  <a:lnTo>
                    <a:pt x="486" y="125"/>
                  </a:lnTo>
                  <a:lnTo>
                    <a:pt x="430" y="125"/>
                  </a:lnTo>
                  <a:lnTo>
                    <a:pt x="432" y="137"/>
                  </a:lnTo>
                  <a:lnTo>
                    <a:pt x="432" y="150"/>
                  </a:lnTo>
                  <a:lnTo>
                    <a:pt x="430" y="179"/>
                  </a:lnTo>
                  <a:lnTo>
                    <a:pt x="425" y="202"/>
                  </a:lnTo>
                  <a:lnTo>
                    <a:pt x="416" y="224"/>
                  </a:lnTo>
                  <a:lnTo>
                    <a:pt x="405" y="241"/>
                  </a:lnTo>
                  <a:lnTo>
                    <a:pt x="392" y="255"/>
                  </a:lnTo>
                  <a:lnTo>
                    <a:pt x="377" y="267"/>
                  </a:lnTo>
                  <a:lnTo>
                    <a:pt x="360" y="277"/>
                  </a:lnTo>
                  <a:lnTo>
                    <a:pt x="342" y="284"/>
                  </a:lnTo>
                  <a:lnTo>
                    <a:pt x="323" y="290"/>
                  </a:lnTo>
                  <a:lnTo>
                    <a:pt x="304" y="294"/>
                  </a:lnTo>
                  <a:lnTo>
                    <a:pt x="285" y="296"/>
                  </a:lnTo>
                  <a:lnTo>
                    <a:pt x="266" y="298"/>
                  </a:lnTo>
                  <a:lnTo>
                    <a:pt x="248" y="299"/>
                  </a:lnTo>
                  <a:lnTo>
                    <a:pt x="231" y="299"/>
                  </a:lnTo>
                  <a:lnTo>
                    <a:pt x="216" y="299"/>
                  </a:lnTo>
                  <a:lnTo>
                    <a:pt x="201" y="299"/>
                  </a:lnTo>
                  <a:lnTo>
                    <a:pt x="185" y="299"/>
                  </a:lnTo>
                  <a:lnTo>
                    <a:pt x="167" y="298"/>
                  </a:lnTo>
                  <a:lnTo>
                    <a:pt x="148" y="296"/>
                  </a:lnTo>
                  <a:lnTo>
                    <a:pt x="129" y="294"/>
                  </a:lnTo>
                  <a:lnTo>
                    <a:pt x="110" y="290"/>
                  </a:lnTo>
                  <a:lnTo>
                    <a:pt x="91" y="284"/>
                  </a:lnTo>
                  <a:lnTo>
                    <a:pt x="73" y="277"/>
                  </a:lnTo>
                  <a:lnTo>
                    <a:pt x="57" y="267"/>
                  </a:lnTo>
                  <a:lnTo>
                    <a:pt x="41" y="255"/>
                  </a:lnTo>
                  <a:lnTo>
                    <a:pt x="27" y="240"/>
                  </a:lnTo>
                  <a:lnTo>
                    <a:pt x="16" y="223"/>
                  </a:lnTo>
                  <a:lnTo>
                    <a:pt x="7" y="202"/>
                  </a:lnTo>
                  <a:lnTo>
                    <a:pt x="2" y="178"/>
                  </a:lnTo>
                  <a:lnTo>
                    <a:pt x="0" y="150"/>
                  </a:lnTo>
                  <a:lnTo>
                    <a:pt x="2" y="122"/>
                  </a:lnTo>
                  <a:lnTo>
                    <a:pt x="7" y="98"/>
                  </a:lnTo>
                  <a:lnTo>
                    <a:pt x="16" y="77"/>
                  </a:lnTo>
                  <a:lnTo>
                    <a:pt x="27" y="59"/>
                  </a:lnTo>
                  <a:lnTo>
                    <a:pt x="41" y="45"/>
                  </a:lnTo>
                  <a:lnTo>
                    <a:pt x="57" y="33"/>
                  </a:lnTo>
                  <a:lnTo>
                    <a:pt x="73" y="23"/>
                  </a:lnTo>
                  <a:lnTo>
                    <a:pt x="91" y="16"/>
                  </a:lnTo>
                  <a:lnTo>
                    <a:pt x="110" y="10"/>
                  </a:lnTo>
                  <a:lnTo>
                    <a:pt x="129" y="6"/>
                  </a:lnTo>
                  <a:lnTo>
                    <a:pt x="148" y="3"/>
                  </a:lnTo>
                  <a:lnTo>
                    <a:pt x="167" y="1"/>
                  </a:lnTo>
                  <a:lnTo>
                    <a:pt x="185" y="0"/>
                  </a:lnTo>
                  <a:lnTo>
                    <a:pt x="201" y="0"/>
                  </a:lnTo>
                  <a:lnTo>
                    <a:pt x="21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35" name="Freeform 24"/>
            <p:cNvSpPr>
              <a:spLocks noEditPoints="1"/>
            </p:cNvSpPr>
            <p:nvPr/>
          </p:nvSpPr>
          <p:spPr bwMode="auto">
            <a:xfrm>
              <a:off x="2597" y="4335"/>
              <a:ext cx="217" cy="124"/>
            </a:xfrm>
            <a:custGeom>
              <a:avLst/>
              <a:gdLst>
                <a:gd name="T0" fmla="*/ 1796 w 2393"/>
                <a:gd name="T1" fmla="*/ 704 h 1360"/>
                <a:gd name="T2" fmla="*/ 1761 w 2393"/>
                <a:gd name="T3" fmla="*/ 720 h 1360"/>
                <a:gd name="T4" fmla="*/ 1590 w 2393"/>
                <a:gd name="T5" fmla="*/ 904 h 1360"/>
                <a:gd name="T6" fmla="*/ 1882 w 2393"/>
                <a:gd name="T7" fmla="*/ 733 h 1360"/>
                <a:gd name="T8" fmla="*/ 1851 w 2393"/>
                <a:gd name="T9" fmla="*/ 709 h 1360"/>
                <a:gd name="T10" fmla="*/ 1814 w 2393"/>
                <a:gd name="T11" fmla="*/ 702 h 1360"/>
                <a:gd name="T12" fmla="*/ 1831 w 2393"/>
                <a:gd name="T13" fmla="*/ 20 h 1360"/>
                <a:gd name="T14" fmla="*/ 1950 w 2393"/>
                <a:gd name="T15" fmla="*/ 61 h 1360"/>
                <a:gd name="T16" fmla="*/ 2057 w 2393"/>
                <a:gd name="T17" fmla="*/ 121 h 1360"/>
                <a:gd name="T18" fmla="*/ 2154 w 2393"/>
                <a:gd name="T19" fmla="*/ 196 h 1360"/>
                <a:gd name="T20" fmla="*/ 2235 w 2393"/>
                <a:gd name="T21" fmla="*/ 286 h 1360"/>
                <a:gd name="T22" fmla="*/ 2301 w 2393"/>
                <a:gd name="T23" fmla="*/ 388 h 1360"/>
                <a:gd name="T24" fmla="*/ 2352 w 2393"/>
                <a:gd name="T25" fmla="*/ 501 h 1360"/>
                <a:gd name="T26" fmla="*/ 2382 w 2393"/>
                <a:gd name="T27" fmla="*/ 622 h 1360"/>
                <a:gd name="T28" fmla="*/ 2393 w 2393"/>
                <a:gd name="T29" fmla="*/ 748 h 1360"/>
                <a:gd name="T30" fmla="*/ 2390 w 2393"/>
                <a:gd name="T31" fmla="*/ 1230 h 1360"/>
                <a:gd name="T32" fmla="*/ 2370 w 2393"/>
                <a:gd name="T33" fmla="*/ 1282 h 1360"/>
                <a:gd name="T34" fmla="*/ 2335 w 2393"/>
                <a:gd name="T35" fmla="*/ 1324 h 1360"/>
                <a:gd name="T36" fmla="*/ 2286 w 2393"/>
                <a:gd name="T37" fmla="*/ 1351 h 1360"/>
                <a:gd name="T38" fmla="*/ 2230 w 2393"/>
                <a:gd name="T39" fmla="*/ 1360 h 1360"/>
                <a:gd name="T40" fmla="*/ 129 w 2393"/>
                <a:gd name="T41" fmla="*/ 1358 h 1360"/>
                <a:gd name="T42" fmla="*/ 77 w 2393"/>
                <a:gd name="T43" fmla="*/ 1339 h 1360"/>
                <a:gd name="T44" fmla="*/ 36 w 2393"/>
                <a:gd name="T45" fmla="*/ 1304 h 1360"/>
                <a:gd name="T46" fmla="*/ 10 w 2393"/>
                <a:gd name="T47" fmla="*/ 1256 h 1360"/>
                <a:gd name="T48" fmla="*/ 0 w 2393"/>
                <a:gd name="T49" fmla="*/ 1200 h 1360"/>
                <a:gd name="T50" fmla="*/ 3 w 2393"/>
                <a:gd name="T51" fmla="*/ 684 h 1360"/>
                <a:gd name="T52" fmla="*/ 23 w 2393"/>
                <a:gd name="T53" fmla="*/ 561 h 1360"/>
                <a:gd name="T54" fmla="*/ 63 w 2393"/>
                <a:gd name="T55" fmla="*/ 443 h 1360"/>
                <a:gd name="T56" fmla="*/ 122 w 2393"/>
                <a:gd name="T57" fmla="*/ 336 h 1360"/>
                <a:gd name="T58" fmla="*/ 195 w 2393"/>
                <a:gd name="T59" fmla="*/ 240 h 1360"/>
                <a:gd name="T60" fmla="*/ 283 w 2393"/>
                <a:gd name="T61" fmla="*/ 157 h 1360"/>
                <a:gd name="T62" fmla="*/ 385 w 2393"/>
                <a:gd name="T63" fmla="*/ 89 h 1360"/>
                <a:gd name="T64" fmla="*/ 498 w 2393"/>
                <a:gd name="T65" fmla="*/ 38 h 1360"/>
                <a:gd name="T66" fmla="*/ 640 w 2393"/>
                <a:gd name="T67" fmla="*/ 0 h 1360"/>
                <a:gd name="T68" fmla="*/ 1748 w 2393"/>
                <a:gd name="T69" fmla="*/ 0 h 1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393" h="1360">
                  <a:moveTo>
                    <a:pt x="1814" y="702"/>
                  </a:moveTo>
                  <a:lnTo>
                    <a:pt x="1796" y="704"/>
                  </a:lnTo>
                  <a:lnTo>
                    <a:pt x="1778" y="709"/>
                  </a:lnTo>
                  <a:lnTo>
                    <a:pt x="1761" y="720"/>
                  </a:lnTo>
                  <a:lnTo>
                    <a:pt x="1746" y="733"/>
                  </a:lnTo>
                  <a:lnTo>
                    <a:pt x="1590" y="904"/>
                  </a:lnTo>
                  <a:lnTo>
                    <a:pt x="2038" y="904"/>
                  </a:lnTo>
                  <a:lnTo>
                    <a:pt x="1882" y="733"/>
                  </a:lnTo>
                  <a:lnTo>
                    <a:pt x="1867" y="719"/>
                  </a:lnTo>
                  <a:lnTo>
                    <a:pt x="1851" y="709"/>
                  </a:lnTo>
                  <a:lnTo>
                    <a:pt x="1833" y="703"/>
                  </a:lnTo>
                  <a:lnTo>
                    <a:pt x="1814" y="702"/>
                  </a:lnTo>
                  <a:close/>
                  <a:moveTo>
                    <a:pt x="1748" y="0"/>
                  </a:moveTo>
                  <a:lnTo>
                    <a:pt x="1831" y="20"/>
                  </a:lnTo>
                  <a:lnTo>
                    <a:pt x="1892" y="38"/>
                  </a:lnTo>
                  <a:lnTo>
                    <a:pt x="1950" y="61"/>
                  </a:lnTo>
                  <a:lnTo>
                    <a:pt x="2005" y="88"/>
                  </a:lnTo>
                  <a:lnTo>
                    <a:pt x="2057" y="121"/>
                  </a:lnTo>
                  <a:lnTo>
                    <a:pt x="2107" y="157"/>
                  </a:lnTo>
                  <a:lnTo>
                    <a:pt x="2154" y="196"/>
                  </a:lnTo>
                  <a:lnTo>
                    <a:pt x="2196" y="239"/>
                  </a:lnTo>
                  <a:lnTo>
                    <a:pt x="2235" y="286"/>
                  </a:lnTo>
                  <a:lnTo>
                    <a:pt x="2270" y="336"/>
                  </a:lnTo>
                  <a:lnTo>
                    <a:pt x="2301" y="388"/>
                  </a:lnTo>
                  <a:lnTo>
                    <a:pt x="2328" y="443"/>
                  </a:lnTo>
                  <a:lnTo>
                    <a:pt x="2352" y="501"/>
                  </a:lnTo>
                  <a:lnTo>
                    <a:pt x="2369" y="561"/>
                  </a:lnTo>
                  <a:lnTo>
                    <a:pt x="2382" y="622"/>
                  </a:lnTo>
                  <a:lnTo>
                    <a:pt x="2390" y="684"/>
                  </a:lnTo>
                  <a:lnTo>
                    <a:pt x="2393" y="748"/>
                  </a:lnTo>
                  <a:lnTo>
                    <a:pt x="2393" y="1200"/>
                  </a:lnTo>
                  <a:lnTo>
                    <a:pt x="2390" y="1230"/>
                  </a:lnTo>
                  <a:lnTo>
                    <a:pt x="2383" y="1256"/>
                  </a:lnTo>
                  <a:lnTo>
                    <a:pt x="2370" y="1282"/>
                  </a:lnTo>
                  <a:lnTo>
                    <a:pt x="2354" y="1304"/>
                  </a:lnTo>
                  <a:lnTo>
                    <a:pt x="2335" y="1324"/>
                  </a:lnTo>
                  <a:lnTo>
                    <a:pt x="2311" y="1339"/>
                  </a:lnTo>
                  <a:lnTo>
                    <a:pt x="2286" y="1351"/>
                  </a:lnTo>
                  <a:lnTo>
                    <a:pt x="2259" y="1358"/>
                  </a:lnTo>
                  <a:lnTo>
                    <a:pt x="2230" y="1360"/>
                  </a:lnTo>
                  <a:lnTo>
                    <a:pt x="157" y="1360"/>
                  </a:lnTo>
                  <a:lnTo>
                    <a:pt x="129" y="1358"/>
                  </a:lnTo>
                  <a:lnTo>
                    <a:pt x="101" y="1351"/>
                  </a:lnTo>
                  <a:lnTo>
                    <a:pt x="77" y="1339"/>
                  </a:lnTo>
                  <a:lnTo>
                    <a:pt x="55" y="1324"/>
                  </a:lnTo>
                  <a:lnTo>
                    <a:pt x="36" y="1304"/>
                  </a:lnTo>
                  <a:lnTo>
                    <a:pt x="21" y="1282"/>
                  </a:lnTo>
                  <a:lnTo>
                    <a:pt x="10" y="1256"/>
                  </a:lnTo>
                  <a:lnTo>
                    <a:pt x="3" y="1230"/>
                  </a:lnTo>
                  <a:lnTo>
                    <a:pt x="0" y="1200"/>
                  </a:lnTo>
                  <a:lnTo>
                    <a:pt x="0" y="748"/>
                  </a:lnTo>
                  <a:lnTo>
                    <a:pt x="3" y="684"/>
                  </a:lnTo>
                  <a:lnTo>
                    <a:pt x="11" y="622"/>
                  </a:lnTo>
                  <a:lnTo>
                    <a:pt x="23" y="561"/>
                  </a:lnTo>
                  <a:lnTo>
                    <a:pt x="41" y="501"/>
                  </a:lnTo>
                  <a:lnTo>
                    <a:pt x="63" y="443"/>
                  </a:lnTo>
                  <a:lnTo>
                    <a:pt x="90" y="389"/>
                  </a:lnTo>
                  <a:lnTo>
                    <a:pt x="122" y="336"/>
                  </a:lnTo>
                  <a:lnTo>
                    <a:pt x="156" y="286"/>
                  </a:lnTo>
                  <a:lnTo>
                    <a:pt x="195" y="240"/>
                  </a:lnTo>
                  <a:lnTo>
                    <a:pt x="237" y="196"/>
                  </a:lnTo>
                  <a:lnTo>
                    <a:pt x="283" y="157"/>
                  </a:lnTo>
                  <a:lnTo>
                    <a:pt x="332" y="121"/>
                  </a:lnTo>
                  <a:lnTo>
                    <a:pt x="385" y="89"/>
                  </a:lnTo>
                  <a:lnTo>
                    <a:pt x="440" y="62"/>
                  </a:lnTo>
                  <a:lnTo>
                    <a:pt x="498" y="38"/>
                  </a:lnTo>
                  <a:lnTo>
                    <a:pt x="559" y="20"/>
                  </a:lnTo>
                  <a:lnTo>
                    <a:pt x="640" y="0"/>
                  </a:lnTo>
                  <a:lnTo>
                    <a:pt x="1193" y="1280"/>
                  </a:lnTo>
                  <a:lnTo>
                    <a:pt x="174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36" name="Freeform 25"/>
            <p:cNvSpPr>
              <a:spLocks/>
            </p:cNvSpPr>
            <p:nvPr/>
          </p:nvSpPr>
          <p:spPr bwMode="auto">
            <a:xfrm>
              <a:off x="2689" y="4347"/>
              <a:ext cx="34" cy="83"/>
            </a:xfrm>
            <a:custGeom>
              <a:avLst/>
              <a:gdLst>
                <a:gd name="T0" fmla="*/ 135 w 373"/>
                <a:gd name="T1" fmla="*/ 0 h 915"/>
                <a:gd name="T2" fmla="*/ 237 w 373"/>
                <a:gd name="T3" fmla="*/ 0 h 915"/>
                <a:gd name="T4" fmla="*/ 258 w 373"/>
                <a:gd name="T5" fmla="*/ 2 h 915"/>
                <a:gd name="T6" fmla="*/ 278 w 373"/>
                <a:gd name="T7" fmla="*/ 9 h 915"/>
                <a:gd name="T8" fmla="*/ 295 w 373"/>
                <a:gd name="T9" fmla="*/ 21 h 915"/>
                <a:gd name="T10" fmla="*/ 310 w 373"/>
                <a:gd name="T11" fmla="*/ 36 h 915"/>
                <a:gd name="T12" fmla="*/ 321 w 373"/>
                <a:gd name="T13" fmla="*/ 53 h 915"/>
                <a:gd name="T14" fmla="*/ 328 w 373"/>
                <a:gd name="T15" fmla="*/ 74 h 915"/>
                <a:gd name="T16" fmla="*/ 366 w 373"/>
                <a:gd name="T17" fmla="*/ 234 h 915"/>
                <a:gd name="T18" fmla="*/ 368 w 373"/>
                <a:gd name="T19" fmla="*/ 257 h 915"/>
                <a:gd name="T20" fmla="*/ 365 w 373"/>
                <a:gd name="T21" fmla="*/ 281 h 915"/>
                <a:gd name="T22" fmla="*/ 357 w 373"/>
                <a:gd name="T23" fmla="*/ 301 h 915"/>
                <a:gd name="T24" fmla="*/ 345 w 373"/>
                <a:gd name="T25" fmla="*/ 319 h 915"/>
                <a:gd name="T26" fmla="*/ 329 w 373"/>
                <a:gd name="T27" fmla="*/ 334 h 915"/>
                <a:gd name="T28" fmla="*/ 309 w 373"/>
                <a:gd name="T29" fmla="*/ 345 h 915"/>
                <a:gd name="T30" fmla="*/ 287 w 373"/>
                <a:gd name="T31" fmla="*/ 351 h 915"/>
                <a:gd name="T32" fmla="*/ 373 w 373"/>
                <a:gd name="T33" fmla="*/ 438 h 915"/>
                <a:gd name="T34" fmla="*/ 187 w 373"/>
                <a:gd name="T35" fmla="*/ 915 h 915"/>
                <a:gd name="T36" fmla="*/ 0 w 373"/>
                <a:gd name="T37" fmla="*/ 438 h 915"/>
                <a:gd name="T38" fmla="*/ 85 w 373"/>
                <a:gd name="T39" fmla="*/ 351 h 915"/>
                <a:gd name="T40" fmla="*/ 63 w 373"/>
                <a:gd name="T41" fmla="*/ 345 h 915"/>
                <a:gd name="T42" fmla="*/ 44 w 373"/>
                <a:gd name="T43" fmla="*/ 334 h 915"/>
                <a:gd name="T44" fmla="*/ 27 w 373"/>
                <a:gd name="T45" fmla="*/ 319 h 915"/>
                <a:gd name="T46" fmla="*/ 15 w 373"/>
                <a:gd name="T47" fmla="*/ 301 h 915"/>
                <a:gd name="T48" fmla="*/ 7 w 373"/>
                <a:gd name="T49" fmla="*/ 281 h 915"/>
                <a:gd name="T50" fmla="*/ 4 w 373"/>
                <a:gd name="T51" fmla="*/ 257 h 915"/>
                <a:gd name="T52" fmla="*/ 6 w 373"/>
                <a:gd name="T53" fmla="*/ 234 h 915"/>
                <a:gd name="T54" fmla="*/ 44 w 373"/>
                <a:gd name="T55" fmla="*/ 74 h 915"/>
                <a:gd name="T56" fmla="*/ 52 w 373"/>
                <a:gd name="T57" fmla="*/ 53 h 915"/>
                <a:gd name="T58" fmla="*/ 63 w 373"/>
                <a:gd name="T59" fmla="*/ 36 h 915"/>
                <a:gd name="T60" fmla="*/ 77 w 373"/>
                <a:gd name="T61" fmla="*/ 21 h 915"/>
                <a:gd name="T62" fmla="*/ 95 w 373"/>
                <a:gd name="T63" fmla="*/ 9 h 915"/>
                <a:gd name="T64" fmla="*/ 114 w 373"/>
                <a:gd name="T65" fmla="*/ 2 h 915"/>
                <a:gd name="T66" fmla="*/ 135 w 373"/>
                <a:gd name="T67" fmla="*/ 0 h 9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73" h="915">
                  <a:moveTo>
                    <a:pt x="135" y="0"/>
                  </a:moveTo>
                  <a:lnTo>
                    <a:pt x="237" y="0"/>
                  </a:lnTo>
                  <a:lnTo>
                    <a:pt x="258" y="2"/>
                  </a:lnTo>
                  <a:lnTo>
                    <a:pt x="278" y="9"/>
                  </a:lnTo>
                  <a:lnTo>
                    <a:pt x="295" y="21"/>
                  </a:lnTo>
                  <a:lnTo>
                    <a:pt x="310" y="36"/>
                  </a:lnTo>
                  <a:lnTo>
                    <a:pt x="321" y="53"/>
                  </a:lnTo>
                  <a:lnTo>
                    <a:pt x="328" y="74"/>
                  </a:lnTo>
                  <a:lnTo>
                    <a:pt x="366" y="234"/>
                  </a:lnTo>
                  <a:lnTo>
                    <a:pt x="368" y="257"/>
                  </a:lnTo>
                  <a:lnTo>
                    <a:pt x="365" y="281"/>
                  </a:lnTo>
                  <a:lnTo>
                    <a:pt x="357" y="301"/>
                  </a:lnTo>
                  <a:lnTo>
                    <a:pt x="345" y="319"/>
                  </a:lnTo>
                  <a:lnTo>
                    <a:pt x="329" y="334"/>
                  </a:lnTo>
                  <a:lnTo>
                    <a:pt x="309" y="345"/>
                  </a:lnTo>
                  <a:lnTo>
                    <a:pt x="287" y="351"/>
                  </a:lnTo>
                  <a:lnTo>
                    <a:pt x="373" y="438"/>
                  </a:lnTo>
                  <a:lnTo>
                    <a:pt x="187" y="915"/>
                  </a:lnTo>
                  <a:lnTo>
                    <a:pt x="0" y="438"/>
                  </a:lnTo>
                  <a:lnTo>
                    <a:pt x="85" y="351"/>
                  </a:lnTo>
                  <a:lnTo>
                    <a:pt x="63" y="345"/>
                  </a:lnTo>
                  <a:lnTo>
                    <a:pt x="44" y="334"/>
                  </a:lnTo>
                  <a:lnTo>
                    <a:pt x="27" y="319"/>
                  </a:lnTo>
                  <a:lnTo>
                    <a:pt x="15" y="301"/>
                  </a:lnTo>
                  <a:lnTo>
                    <a:pt x="7" y="281"/>
                  </a:lnTo>
                  <a:lnTo>
                    <a:pt x="4" y="257"/>
                  </a:lnTo>
                  <a:lnTo>
                    <a:pt x="6" y="234"/>
                  </a:lnTo>
                  <a:lnTo>
                    <a:pt x="44" y="74"/>
                  </a:lnTo>
                  <a:lnTo>
                    <a:pt x="52" y="53"/>
                  </a:lnTo>
                  <a:lnTo>
                    <a:pt x="63" y="36"/>
                  </a:lnTo>
                  <a:lnTo>
                    <a:pt x="77" y="21"/>
                  </a:lnTo>
                  <a:lnTo>
                    <a:pt x="95" y="9"/>
                  </a:lnTo>
                  <a:lnTo>
                    <a:pt x="114" y="2"/>
                  </a:lnTo>
                  <a:lnTo>
                    <a:pt x="13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51" name="그룹 50"/>
          <p:cNvGrpSpPr/>
          <p:nvPr/>
        </p:nvGrpSpPr>
        <p:grpSpPr>
          <a:xfrm>
            <a:off x="1190040" y="4404718"/>
            <a:ext cx="4355191" cy="1066085"/>
            <a:chOff x="990600" y="3175715"/>
            <a:chExt cx="4355191" cy="1190171"/>
          </a:xfrm>
        </p:grpSpPr>
        <p:sp>
          <p:nvSpPr>
            <p:cNvPr id="52" name="양쪽 모서리가 둥근 사각형 51"/>
            <p:cNvSpPr/>
            <p:nvPr/>
          </p:nvSpPr>
          <p:spPr>
            <a:xfrm rot="16200000" flipH="1">
              <a:off x="695002" y="3479738"/>
              <a:ext cx="1181746" cy="590550"/>
            </a:xfrm>
            <a:prstGeom prst="round2SameRect">
              <a:avLst>
                <a:gd name="adj1" fmla="val 32796"/>
                <a:gd name="adj2" fmla="val 0"/>
              </a:avLst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모서리가 둥근 직사각형 52"/>
            <p:cNvSpPr/>
            <p:nvPr/>
          </p:nvSpPr>
          <p:spPr>
            <a:xfrm>
              <a:off x="990600" y="3175715"/>
              <a:ext cx="4355191" cy="1190171"/>
            </a:xfrm>
            <a:prstGeom prst="roundRect">
              <a:avLst/>
            </a:prstGeom>
            <a:noFill/>
            <a:ln w="28575">
              <a:solidFill>
                <a:srgbClr val="8A6E5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4" name="모서리가 둥근 직사각형 53"/>
          <p:cNvSpPr/>
          <p:nvPr/>
        </p:nvSpPr>
        <p:spPr>
          <a:xfrm>
            <a:off x="1348606" y="4207398"/>
            <a:ext cx="273418" cy="438352"/>
          </a:xfrm>
          <a:prstGeom prst="roundRect">
            <a:avLst/>
          </a:prstGeom>
          <a:solidFill>
            <a:srgbClr val="FFFBE8"/>
          </a:solidFill>
          <a:ln w="28575">
            <a:solidFill>
              <a:srgbClr val="8A6E5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자유형 30"/>
          <p:cNvSpPr>
            <a:spLocks/>
          </p:cNvSpPr>
          <p:nvPr/>
        </p:nvSpPr>
        <p:spPr bwMode="auto">
          <a:xfrm>
            <a:off x="1397541" y="4307687"/>
            <a:ext cx="175086" cy="194061"/>
          </a:xfrm>
          <a:custGeom>
            <a:avLst/>
            <a:gdLst>
              <a:gd name="connsiteX0" fmla="*/ 320012 w 439877"/>
              <a:gd name="connsiteY0" fmla="*/ 171183 h 487550"/>
              <a:gd name="connsiteX1" fmla="*/ 323091 w 439877"/>
              <a:gd name="connsiteY1" fmla="*/ 171646 h 487550"/>
              <a:gd name="connsiteX2" fmla="*/ 326169 w 439877"/>
              <a:gd name="connsiteY2" fmla="*/ 172881 h 487550"/>
              <a:gd name="connsiteX3" fmla="*/ 329094 w 439877"/>
              <a:gd name="connsiteY3" fmla="*/ 174578 h 487550"/>
              <a:gd name="connsiteX4" fmla="*/ 331557 w 439877"/>
              <a:gd name="connsiteY4" fmla="*/ 176894 h 487550"/>
              <a:gd name="connsiteX5" fmla="*/ 333404 w 439877"/>
              <a:gd name="connsiteY5" fmla="*/ 179517 h 487550"/>
              <a:gd name="connsiteX6" fmla="*/ 334944 w 439877"/>
              <a:gd name="connsiteY6" fmla="*/ 182758 h 487550"/>
              <a:gd name="connsiteX7" fmla="*/ 335713 w 439877"/>
              <a:gd name="connsiteY7" fmla="*/ 185845 h 487550"/>
              <a:gd name="connsiteX8" fmla="*/ 335867 w 439877"/>
              <a:gd name="connsiteY8" fmla="*/ 188932 h 487550"/>
              <a:gd name="connsiteX9" fmla="*/ 335405 w 439877"/>
              <a:gd name="connsiteY9" fmla="*/ 192173 h 487550"/>
              <a:gd name="connsiteX10" fmla="*/ 334328 w 439877"/>
              <a:gd name="connsiteY10" fmla="*/ 195260 h 487550"/>
              <a:gd name="connsiteX11" fmla="*/ 332481 w 439877"/>
              <a:gd name="connsiteY11" fmla="*/ 198192 h 487550"/>
              <a:gd name="connsiteX12" fmla="*/ 330326 w 439877"/>
              <a:gd name="connsiteY12" fmla="*/ 200662 h 487550"/>
              <a:gd name="connsiteX13" fmla="*/ 307544 w 439877"/>
              <a:gd name="connsiteY13" fmla="*/ 221035 h 487550"/>
              <a:gd name="connsiteX14" fmla="*/ 304773 w 439877"/>
              <a:gd name="connsiteY14" fmla="*/ 223041 h 487550"/>
              <a:gd name="connsiteX15" fmla="*/ 301848 w 439877"/>
              <a:gd name="connsiteY15" fmla="*/ 224584 h 487550"/>
              <a:gd name="connsiteX16" fmla="*/ 298616 w 439877"/>
              <a:gd name="connsiteY16" fmla="*/ 225356 h 487550"/>
              <a:gd name="connsiteX17" fmla="*/ 295383 w 439877"/>
              <a:gd name="connsiteY17" fmla="*/ 225356 h 487550"/>
              <a:gd name="connsiteX18" fmla="*/ 292304 w 439877"/>
              <a:gd name="connsiteY18" fmla="*/ 224893 h 487550"/>
              <a:gd name="connsiteX19" fmla="*/ 289226 w 439877"/>
              <a:gd name="connsiteY19" fmla="*/ 223658 h 487550"/>
              <a:gd name="connsiteX20" fmla="*/ 286301 w 439877"/>
              <a:gd name="connsiteY20" fmla="*/ 222115 h 487550"/>
              <a:gd name="connsiteX21" fmla="*/ 283838 w 439877"/>
              <a:gd name="connsiteY21" fmla="*/ 219800 h 487550"/>
              <a:gd name="connsiteX22" fmla="*/ 281837 w 439877"/>
              <a:gd name="connsiteY22" fmla="*/ 217022 h 487550"/>
              <a:gd name="connsiteX23" fmla="*/ 280452 w 439877"/>
              <a:gd name="connsiteY23" fmla="*/ 213935 h 487550"/>
              <a:gd name="connsiteX24" fmla="*/ 279682 w 439877"/>
              <a:gd name="connsiteY24" fmla="*/ 210848 h 487550"/>
              <a:gd name="connsiteX25" fmla="*/ 279528 w 439877"/>
              <a:gd name="connsiteY25" fmla="*/ 207607 h 487550"/>
              <a:gd name="connsiteX26" fmla="*/ 279990 w 439877"/>
              <a:gd name="connsiteY26" fmla="*/ 204366 h 487550"/>
              <a:gd name="connsiteX27" fmla="*/ 281067 w 439877"/>
              <a:gd name="connsiteY27" fmla="*/ 201433 h 487550"/>
              <a:gd name="connsiteX28" fmla="*/ 282915 w 439877"/>
              <a:gd name="connsiteY28" fmla="*/ 198655 h 487550"/>
              <a:gd name="connsiteX29" fmla="*/ 285224 w 439877"/>
              <a:gd name="connsiteY29" fmla="*/ 196032 h 487550"/>
              <a:gd name="connsiteX30" fmla="*/ 307698 w 439877"/>
              <a:gd name="connsiteY30" fmla="*/ 175659 h 487550"/>
              <a:gd name="connsiteX31" fmla="*/ 310622 w 439877"/>
              <a:gd name="connsiteY31" fmla="*/ 173652 h 487550"/>
              <a:gd name="connsiteX32" fmla="*/ 313547 w 439877"/>
              <a:gd name="connsiteY32" fmla="*/ 172263 h 487550"/>
              <a:gd name="connsiteX33" fmla="*/ 316626 w 439877"/>
              <a:gd name="connsiteY33" fmla="*/ 171337 h 487550"/>
              <a:gd name="connsiteX34" fmla="*/ 153539 w 439877"/>
              <a:gd name="connsiteY34" fmla="*/ 169017 h 487550"/>
              <a:gd name="connsiteX35" fmla="*/ 320698 w 439877"/>
              <a:gd name="connsiteY35" fmla="*/ 355370 h 487550"/>
              <a:gd name="connsiteX36" fmla="*/ 208949 w 439877"/>
              <a:gd name="connsiteY36" fmla="*/ 455666 h 487550"/>
              <a:gd name="connsiteX37" fmla="*/ 202603 w 439877"/>
              <a:gd name="connsiteY37" fmla="*/ 460928 h 487550"/>
              <a:gd name="connsiteX38" fmla="*/ 195948 w 439877"/>
              <a:gd name="connsiteY38" fmla="*/ 465572 h 487550"/>
              <a:gd name="connsiteX39" fmla="*/ 188828 w 439877"/>
              <a:gd name="connsiteY39" fmla="*/ 470060 h 487550"/>
              <a:gd name="connsiteX40" fmla="*/ 181399 w 439877"/>
              <a:gd name="connsiteY40" fmla="*/ 473930 h 487550"/>
              <a:gd name="connsiteX41" fmla="*/ 173660 w 439877"/>
              <a:gd name="connsiteY41" fmla="*/ 477490 h 487550"/>
              <a:gd name="connsiteX42" fmla="*/ 165612 w 439877"/>
              <a:gd name="connsiteY42" fmla="*/ 480276 h 487550"/>
              <a:gd name="connsiteX43" fmla="*/ 157563 w 439877"/>
              <a:gd name="connsiteY43" fmla="*/ 482752 h 487550"/>
              <a:gd name="connsiteX44" fmla="*/ 149205 w 439877"/>
              <a:gd name="connsiteY44" fmla="*/ 484764 h 487550"/>
              <a:gd name="connsiteX45" fmla="*/ 140847 w 439877"/>
              <a:gd name="connsiteY45" fmla="*/ 486312 h 487550"/>
              <a:gd name="connsiteX46" fmla="*/ 132489 w 439877"/>
              <a:gd name="connsiteY46" fmla="*/ 487241 h 487550"/>
              <a:gd name="connsiteX47" fmla="*/ 123976 w 439877"/>
              <a:gd name="connsiteY47" fmla="*/ 487550 h 487550"/>
              <a:gd name="connsiteX48" fmla="*/ 115618 w 439877"/>
              <a:gd name="connsiteY48" fmla="*/ 487395 h 487550"/>
              <a:gd name="connsiteX49" fmla="*/ 107415 w 439877"/>
              <a:gd name="connsiteY49" fmla="*/ 486621 h 487550"/>
              <a:gd name="connsiteX50" fmla="*/ 99367 w 439877"/>
              <a:gd name="connsiteY50" fmla="*/ 485383 h 487550"/>
              <a:gd name="connsiteX51" fmla="*/ 91628 w 439877"/>
              <a:gd name="connsiteY51" fmla="*/ 483526 h 487550"/>
              <a:gd name="connsiteX52" fmla="*/ 83889 w 439877"/>
              <a:gd name="connsiteY52" fmla="*/ 480895 h 487550"/>
              <a:gd name="connsiteX53" fmla="*/ 76460 w 439877"/>
              <a:gd name="connsiteY53" fmla="*/ 477799 h 487550"/>
              <a:gd name="connsiteX54" fmla="*/ 69495 w 439877"/>
              <a:gd name="connsiteY54" fmla="*/ 474084 h 487550"/>
              <a:gd name="connsiteX55" fmla="*/ 62839 w 439877"/>
              <a:gd name="connsiteY55" fmla="*/ 469751 h 487550"/>
              <a:gd name="connsiteX56" fmla="*/ 56803 w 439877"/>
              <a:gd name="connsiteY56" fmla="*/ 464643 h 487550"/>
              <a:gd name="connsiteX57" fmla="*/ 51076 w 439877"/>
              <a:gd name="connsiteY57" fmla="*/ 459071 h 487550"/>
              <a:gd name="connsiteX58" fmla="*/ 21359 w 439877"/>
              <a:gd name="connsiteY58" fmla="*/ 426103 h 487550"/>
              <a:gd name="connsiteX59" fmla="*/ 16406 w 439877"/>
              <a:gd name="connsiteY59" fmla="*/ 419757 h 487550"/>
              <a:gd name="connsiteX60" fmla="*/ 11918 w 439877"/>
              <a:gd name="connsiteY60" fmla="*/ 413102 h 487550"/>
              <a:gd name="connsiteX61" fmla="*/ 8358 w 439877"/>
              <a:gd name="connsiteY61" fmla="*/ 406137 h 487550"/>
              <a:gd name="connsiteX62" fmla="*/ 5417 w 439877"/>
              <a:gd name="connsiteY62" fmla="*/ 398708 h 487550"/>
              <a:gd name="connsiteX63" fmla="*/ 3095 w 439877"/>
              <a:gd name="connsiteY63" fmla="*/ 391123 h 487550"/>
              <a:gd name="connsiteX64" fmla="*/ 1393 w 439877"/>
              <a:gd name="connsiteY64" fmla="*/ 383230 h 487550"/>
              <a:gd name="connsiteX65" fmla="*/ 464 w 439877"/>
              <a:gd name="connsiteY65" fmla="*/ 375027 h 487550"/>
              <a:gd name="connsiteX66" fmla="*/ 0 w 439877"/>
              <a:gd name="connsiteY66" fmla="*/ 366823 h 487550"/>
              <a:gd name="connsiteX67" fmla="*/ 155 w 439877"/>
              <a:gd name="connsiteY67" fmla="*/ 358620 h 487550"/>
              <a:gd name="connsiteX68" fmla="*/ 929 w 439877"/>
              <a:gd name="connsiteY68" fmla="*/ 350262 h 487550"/>
              <a:gd name="connsiteX69" fmla="*/ 2167 w 439877"/>
              <a:gd name="connsiteY69" fmla="*/ 341904 h 487550"/>
              <a:gd name="connsiteX70" fmla="*/ 4024 w 439877"/>
              <a:gd name="connsiteY70" fmla="*/ 333701 h 487550"/>
              <a:gd name="connsiteX71" fmla="*/ 6346 w 439877"/>
              <a:gd name="connsiteY71" fmla="*/ 325498 h 487550"/>
              <a:gd name="connsiteX72" fmla="*/ 9286 w 439877"/>
              <a:gd name="connsiteY72" fmla="*/ 317449 h 487550"/>
              <a:gd name="connsiteX73" fmla="*/ 12537 w 439877"/>
              <a:gd name="connsiteY73" fmla="*/ 309555 h 487550"/>
              <a:gd name="connsiteX74" fmla="*/ 16406 w 439877"/>
              <a:gd name="connsiteY74" fmla="*/ 302126 h 487550"/>
              <a:gd name="connsiteX75" fmla="*/ 20585 w 439877"/>
              <a:gd name="connsiteY75" fmla="*/ 294852 h 487550"/>
              <a:gd name="connsiteX76" fmla="*/ 25383 w 439877"/>
              <a:gd name="connsiteY76" fmla="*/ 287886 h 487550"/>
              <a:gd name="connsiteX77" fmla="*/ 30491 w 439877"/>
              <a:gd name="connsiteY77" fmla="*/ 281231 h 487550"/>
              <a:gd name="connsiteX78" fmla="*/ 35908 w 439877"/>
              <a:gd name="connsiteY78" fmla="*/ 275040 h 487550"/>
              <a:gd name="connsiteX79" fmla="*/ 41790 w 439877"/>
              <a:gd name="connsiteY79" fmla="*/ 269468 h 487550"/>
              <a:gd name="connsiteX80" fmla="*/ 367585 w 439877"/>
              <a:gd name="connsiteY80" fmla="*/ 156016 h 487550"/>
              <a:gd name="connsiteX81" fmla="*/ 376834 w 439877"/>
              <a:gd name="connsiteY81" fmla="*/ 166314 h 487550"/>
              <a:gd name="connsiteX82" fmla="*/ 382846 w 439877"/>
              <a:gd name="connsiteY82" fmla="*/ 173648 h 487550"/>
              <a:gd name="connsiteX83" fmla="*/ 388087 w 439877"/>
              <a:gd name="connsiteY83" fmla="*/ 181293 h 487550"/>
              <a:gd name="connsiteX84" fmla="*/ 392403 w 439877"/>
              <a:gd name="connsiteY84" fmla="*/ 189407 h 487550"/>
              <a:gd name="connsiteX85" fmla="*/ 396103 w 439877"/>
              <a:gd name="connsiteY85" fmla="*/ 197676 h 487550"/>
              <a:gd name="connsiteX86" fmla="*/ 398877 w 439877"/>
              <a:gd name="connsiteY86" fmla="*/ 206102 h 487550"/>
              <a:gd name="connsiteX87" fmla="*/ 401035 w 439877"/>
              <a:gd name="connsiteY87" fmla="*/ 214840 h 487550"/>
              <a:gd name="connsiteX88" fmla="*/ 402423 w 439877"/>
              <a:gd name="connsiteY88" fmla="*/ 223577 h 487550"/>
              <a:gd name="connsiteX89" fmla="*/ 403039 w 439877"/>
              <a:gd name="connsiteY89" fmla="*/ 232471 h 487550"/>
              <a:gd name="connsiteX90" fmla="*/ 402885 w 439877"/>
              <a:gd name="connsiteY90" fmla="*/ 241365 h 487550"/>
              <a:gd name="connsiteX91" fmla="*/ 402114 w 439877"/>
              <a:gd name="connsiteY91" fmla="*/ 250103 h 487550"/>
              <a:gd name="connsiteX92" fmla="*/ 400573 w 439877"/>
              <a:gd name="connsiteY92" fmla="*/ 258840 h 487550"/>
              <a:gd name="connsiteX93" fmla="*/ 398261 w 439877"/>
              <a:gd name="connsiteY93" fmla="*/ 267422 h 487550"/>
              <a:gd name="connsiteX94" fmla="*/ 395178 w 439877"/>
              <a:gd name="connsiteY94" fmla="*/ 275848 h 487550"/>
              <a:gd name="connsiteX95" fmla="*/ 391324 w 439877"/>
              <a:gd name="connsiteY95" fmla="*/ 283805 h 487550"/>
              <a:gd name="connsiteX96" fmla="*/ 387008 w 439877"/>
              <a:gd name="connsiteY96" fmla="*/ 291763 h 487550"/>
              <a:gd name="connsiteX97" fmla="*/ 381613 w 439877"/>
              <a:gd name="connsiteY97" fmla="*/ 299252 h 487550"/>
              <a:gd name="connsiteX98" fmla="*/ 375601 w 439877"/>
              <a:gd name="connsiteY98" fmla="*/ 306274 h 487550"/>
              <a:gd name="connsiteX99" fmla="*/ 369127 w 439877"/>
              <a:gd name="connsiteY99" fmla="*/ 312983 h 487550"/>
              <a:gd name="connsiteX100" fmla="*/ 329511 w 439877"/>
              <a:gd name="connsiteY100" fmla="*/ 348870 h 487550"/>
              <a:gd name="connsiteX101" fmla="*/ 251358 w 439877"/>
              <a:gd name="connsiteY101" fmla="*/ 260713 h 487550"/>
              <a:gd name="connsiteX102" fmla="*/ 279105 w 439877"/>
              <a:gd name="connsiteY102" fmla="*/ 235436 h 487550"/>
              <a:gd name="connsiteX103" fmla="*/ 279105 w 439877"/>
              <a:gd name="connsiteY103" fmla="*/ 235124 h 487550"/>
              <a:gd name="connsiteX104" fmla="*/ 282958 w 439877"/>
              <a:gd name="connsiteY104" fmla="*/ 238712 h 487550"/>
              <a:gd name="connsiteX105" fmla="*/ 286658 w 439877"/>
              <a:gd name="connsiteY105" fmla="*/ 241521 h 487550"/>
              <a:gd name="connsiteX106" fmla="*/ 290512 w 439877"/>
              <a:gd name="connsiteY106" fmla="*/ 243237 h 487550"/>
              <a:gd name="connsiteX107" fmla="*/ 294365 w 439877"/>
              <a:gd name="connsiteY107" fmla="*/ 244329 h 487550"/>
              <a:gd name="connsiteX108" fmla="*/ 298065 w 439877"/>
              <a:gd name="connsiteY108" fmla="*/ 244798 h 487550"/>
              <a:gd name="connsiteX109" fmla="*/ 301918 w 439877"/>
              <a:gd name="connsiteY109" fmla="*/ 244641 h 487550"/>
              <a:gd name="connsiteX110" fmla="*/ 305310 w 439877"/>
              <a:gd name="connsiteY110" fmla="*/ 244173 h 487550"/>
              <a:gd name="connsiteX111" fmla="*/ 308701 w 439877"/>
              <a:gd name="connsiteY111" fmla="*/ 243237 h 487550"/>
              <a:gd name="connsiteX112" fmla="*/ 311630 w 439877"/>
              <a:gd name="connsiteY112" fmla="*/ 242145 h 487550"/>
              <a:gd name="connsiteX113" fmla="*/ 314404 w 439877"/>
              <a:gd name="connsiteY113" fmla="*/ 241053 h 487550"/>
              <a:gd name="connsiteX114" fmla="*/ 316562 w 439877"/>
              <a:gd name="connsiteY114" fmla="*/ 239649 h 487550"/>
              <a:gd name="connsiteX115" fmla="*/ 318566 w 439877"/>
              <a:gd name="connsiteY115" fmla="*/ 238556 h 487550"/>
              <a:gd name="connsiteX116" fmla="*/ 319954 w 439877"/>
              <a:gd name="connsiteY116" fmla="*/ 237620 h 487550"/>
              <a:gd name="connsiteX117" fmla="*/ 320879 w 439877"/>
              <a:gd name="connsiteY117" fmla="*/ 236996 h 487550"/>
              <a:gd name="connsiteX118" fmla="*/ 321187 w 439877"/>
              <a:gd name="connsiteY118" fmla="*/ 236840 h 487550"/>
              <a:gd name="connsiteX119" fmla="*/ 343076 w 439877"/>
              <a:gd name="connsiteY119" fmla="*/ 217024 h 487550"/>
              <a:gd name="connsiteX120" fmla="*/ 346621 w 439877"/>
              <a:gd name="connsiteY120" fmla="*/ 213123 h 487550"/>
              <a:gd name="connsiteX121" fmla="*/ 349242 w 439877"/>
              <a:gd name="connsiteY121" fmla="*/ 209379 h 487550"/>
              <a:gd name="connsiteX122" fmla="*/ 351091 w 439877"/>
              <a:gd name="connsiteY122" fmla="*/ 205478 h 487550"/>
              <a:gd name="connsiteX123" fmla="*/ 352325 w 439877"/>
              <a:gd name="connsiteY123" fmla="*/ 201733 h 487550"/>
              <a:gd name="connsiteX124" fmla="*/ 352941 w 439877"/>
              <a:gd name="connsiteY124" fmla="*/ 197988 h 487550"/>
              <a:gd name="connsiteX125" fmla="*/ 352941 w 439877"/>
              <a:gd name="connsiteY125" fmla="*/ 194400 h 487550"/>
              <a:gd name="connsiteX126" fmla="*/ 352479 w 439877"/>
              <a:gd name="connsiteY126" fmla="*/ 190967 h 487550"/>
              <a:gd name="connsiteX127" fmla="*/ 351708 w 439877"/>
              <a:gd name="connsiteY127" fmla="*/ 187690 h 487550"/>
              <a:gd name="connsiteX128" fmla="*/ 350629 w 439877"/>
              <a:gd name="connsiteY128" fmla="*/ 184882 h 487550"/>
              <a:gd name="connsiteX129" fmla="*/ 349550 w 439877"/>
              <a:gd name="connsiteY129" fmla="*/ 182385 h 487550"/>
              <a:gd name="connsiteX130" fmla="*/ 348471 w 439877"/>
              <a:gd name="connsiteY130" fmla="*/ 180045 h 487550"/>
              <a:gd name="connsiteX131" fmla="*/ 347546 w 439877"/>
              <a:gd name="connsiteY131" fmla="*/ 178172 h 487550"/>
              <a:gd name="connsiteX132" fmla="*/ 346621 w 439877"/>
              <a:gd name="connsiteY132" fmla="*/ 176924 h 487550"/>
              <a:gd name="connsiteX133" fmla="*/ 346005 w 439877"/>
              <a:gd name="connsiteY133" fmla="*/ 175988 h 487550"/>
              <a:gd name="connsiteX134" fmla="*/ 345850 w 439877"/>
              <a:gd name="connsiteY134" fmla="*/ 175832 h 487550"/>
              <a:gd name="connsiteX135" fmla="*/ 267011 w 439877"/>
              <a:gd name="connsiteY135" fmla="*/ 99677 h 487550"/>
              <a:gd name="connsiteX136" fmla="*/ 275617 w 439877"/>
              <a:gd name="connsiteY136" fmla="*/ 99832 h 487550"/>
              <a:gd name="connsiteX137" fmla="*/ 284376 w 439877"/>
              <a:gd name="connsiteY137" fmla="*/ 100609 h 487550"/>
              <a:gd name="connsiteX138" fmla="*/ 292981 w 439877"/>
              <a:gd name="connsiteY138" fmla="*/ 102316 h 487550"/>
              <a:gd name="connsiteX139" fmla="*/ 301433 w 439877"/>
              <a:gd name="connsiteY139" fmla="*/ 104645 h 487550"/>
              <a:gd name="connsiteX140" fmla="*/ 309731 w 439877"/>
              <a:gd name="connsiteY140" fmla="*/ 107751 h 487550"/>
              <a:gd name="connsiteX141" fmla="*/ 317722 w 439877"/>
              <a:gd name="connsiteY141" fmla="*/ 111632 h 487550"/>
              <a:gd name="connsiteX142" fmla="*/ 325405 w 439877"/>
              <a:gd name="connsiteY142" fmla="*/ 115979 h 487550"/>
              <a:gd name="connsiteX143" fmla="*/ 332627 w 439877"/>
              <a:gd name="connsiteY143" fmla="*/ 121414 h 487550"/>
              <a:gd name="connsiteX144" fmla="*/ 339696 w 439877"/>
              <a:gd name="connsiteY144" fmla="*/ 127313 h 487550"/>
              <a:gd name="connsiteX145" fmla="*/ 346150 w 439877"/>
              <a:gd name="connsiteY145" fmla="*/ 133990 h 487550"/>
              <a:gd name="connsiteX146" fmla="*/ 355370 w 439877"/>
              <a:gd name="connsiteY146" fmla="*/ 144237 h 487550"/>
              <a:gd name="connsiteX147" fmla="*/ 334010 w 439877"/>
              <a:gd name="connsiteY147" fmla="*/ 163800 h 487550"/>
              <a:gd name="connsiteX148" fmla="*/ 330476 w 439877"/>
              <a:gd name="connsiteY148" fmla="*/ 160384 h 487550"/>
              <a:gd name="connsiteX149" fmla="*/ 326942 w 439877"/>
              <a:gd name="connsiteY149" fmla="*/ 157900 h 487550"/>
              <a:gd name="connsiteX150" fmla="*/ 323100 w 439877"/>
              <a:gd name="connsiteY150" fmla="*/ 156192 h 487550"/>
              <a:gd name="connsiteX151" fmla="*/ 319412 w 439877"/>
              <a:gd name="connsiteY151" fmla="*/ 155105 h 487550"/>
              <a:gd name="connsiteX152" fmla="*/ 315724 w 439877"/>
              <a:gd name="connsiteY152" fmla="*/ 154639 h 487550"/>
              <a:gd name="connsiteX153" fmla="*/ 312190 w 439877"/>
              <a:gd name="connsiteY153" fmla="*/ 154639 h 487550"/>
              <a:gd name="connsiteX154" fmla="*/ 308809 w 439877"/>
              <a:gd name="connsiteY154" fmla="*/ 154950 h 487550"/>
              <a:gd name="connsiteX155" fmla="*/ 305428 w 439877"/>
              <a:gd name="connsiteY155" fmla="*/ 155726 h 487550"/>
              <a:gd name="connsiteX156" fmla="*/ 302508 w 439877"/>
              <a:gd name="connsiteY156" fmla="*/ 156658 h 487550"/>
              <a:gd name="connsiteX157" fmla="*/ 299896 w 439877"/>
              <a:gd name="connsiteY157" fmla="*/ 157589 h 487550"/>
              <a:gd name="connsiteX158" fmla="*/ 297437 w 439877"/>
              <a:gd name="connsiteY158" fmla="*/ 158676 h 487550"/>
              <a:gd name="connsiteX159" fmla="*/ 295593 w 439877"/>
              <a:gd name="connsiteY159" fmla="*/ 159608 h 487550"/>
              <a:gd name="connsiteX160" fmla="*/ 294210 w 439877"/>
              <a:gd name="connsiteY160" fmla="*/ 160384 h 487550"/>
              <a:gd name="connsiteX161" fmla="*/ 293288 w 439877"/>
              <a:gd name="connsiteY161" fmla="*/ 161005 h 487550"/>
              <a:gd name="connsiteX162" fmla="*/ 292981 w 439877"/>
              <a:gd name="connsiteY162" fmla="*/ 161160 h 487550"/>
              <a:gd name="connsiteX163" fmla="*/ 269931 w 439877"/>
              <a:gd name="connsiteY163" fmla="*/ 182276 h 487550"/>
              <a:gd name="connsiteX164" fmla="*/ 266397 w 439877"/>
              <a:gd name="connsiteY164" fmla="*/ 186002 h 487550"/>
              <a:gd name="connsiteX165" fmla="*/ 263477 w 439877"/>
              <a:gd name="connsiteY165" fmla="*/ 189883 h 487550"/>
              <a:gd name="connsiteX166" fmla="*/ 261633 w 439877"/>
              <a:gd name="connsiteY166" fmla="*/ 193610 h 487550"/>
              <a:gd name="connsiteX167" fmla="*/ 260557 w 439877"/>
              <a:gd name="connsiteY167" fmla="*/ 197647 h 487550"/>
              <a:gd name="connsiteX168" fmla="*/ 260096 w 439877"/>
              <a:gd name="connsiteY168" fmla="*/ 201217 h 487550"/>
              <a:gd name="connsiteX169" fmla="*/ 260096 w 439877"/>
              <a:gd name="connsiteY169" fmla="*/ 204788 h 487550"/>
              <a:gd name="connsiteX170" fmla="*/ 260557 w 439877"/>
              <a:gd name="connsiteY170" fmla="*/ 208359 h 487550"/>
              <a:gd name="connsiteX171" fmla="*/ 261325 w 439877"/>
              <a:gd name="connsiteY171" fmla="*/ 211465 h 487550"/>
              <a:gd name="connsiteX172" fmla="*/ 262401 w 439877"/>
              <a:gd name="connsiteY172" fmla="*/ 214415 h 487550"/>
              <a:gd name="connsiteX173" fmla="*/ 263477 w 439877"/>
              <a:gd name="connsiteY173" fmla="*/ 217209 h 487550"/>
              <a:gd name="connsiteX174" fmla="*/ 264860 w 439877"/>
              <a:gd name="connsiteY174" fmla="*/ 219383 h 487550"/>
              <a:gd name="connsiteX175" fmla="*/ 265936 w 439877"/>
              <a:gd name="connsiteY175" fmla="*/ 221246 h 487550"/>
              <a:gd name="connsiteX176" fmla="*/ 266858 w 439877"/>
              <a:gd name="connsiteY176" fmla="*/ 222643 h 487550"/>
              <a:gd name="connsiteX177" fmla="*/ 267626 w 439877"/>
              <a:gd name="connsiteY177" fmla="*/ 223730 h 487550"/>
              <a:gd name="connsiteX178" fmla="*/ 267933 w 439877"/>
              <a:gd name="connsiteY178" fmla="*/ 224196 h 487550"/>
              <a:gd name="connsiteX179" fmla="*/ 240119 w 439877"/>
              <a:gd name="connsiteY179" fmla="*/ 249193 h 487550"/>
              <a:gd name="connsiteX180" fmla="*/ 162517 w 439877"/>
              <a:gd name="connsiteY180" fmla="*/ 161781 h 487550"/>
              <a:gd name="connsiteX181" fmla="*/ 201702 w 439877"/>
              <a:gd name="connsiteY181" fmla="*/ 126071 h 487550"/>
              <a:gd name="connsiteX182" fmla="*/ 208925 w 439877"/>
              <a:gd name="connsiteY182" fmla="*/ 120327 h 487550"/>
              <a:gd name="connsiteX183" fmla="*/ 216608 w 439877"/>
              <a:gd name="connsiteY183" fmla="*/ 115048 h 487550"/>
              <a:gd name="connsiteX184" fmla="*/ 224445 w 439877"/>
              <a:gd name="connsiteY184" fmla="*/ 110701 h 487550"/>
              <a:gd name="connsiteX185" fmla="*/ 232743 w 439877"/>
              <a:gd name="connsiteY185" fmla="*/ 106819 h 487550"/>
              <a:gd name="connsiteX186" fmla="*/ 241041 w 439877"/>
              <a:gd name="connsiteY186" fmla="*/ 104024 h 487550"/>
              <a:gd name="connsiteX187" fmla="*/ 249647 w 439877"/>
              <a:gd name="connsiteY187" fmla="*/ 101695 h 487550"/>
              <a:gd name="connsiteX188" fmla="*/ 258252 w 439877"/>
              <a:gd name="connsiteY188" fmla="*/ 100298 h 487550"/>
              <a:gd name="connsiteX189" fmla="*/ 396694 w 439877"/>
              <a:gd name="connsiteY189" fmla="*/ 0 h 487550"/>
              <a:gd name="connsiteX190" fmla="*/ 403195 w 439877"/>
              <a:gd name="connsiteY190" fmla="*/ 0 h 487550"/>
              <a:gd name="connsiteX191" fmla="*/ 409695 w 439877"/>
              <a:gd name="connsiteY191" fmla="*/ 461 h 487550"/>
              <a:gd name="connsiteX192" fmla="*/ 416660 w 439877"/>
              <a:gd name="connsiteY192" fmla="*/ 1689 h 487550"/>
              <a:gd name="connsiteX193" fmla="*/ 423780 w 439877"/>
              <a:gd name="connsiteY193" fmla="*/ 3532 h 487550"/>
              <a:gd name="connsiteX194" fmla="*/ 431210 w 439877"/>
              <a:gd name="connsiteY194" fmla="*/ 5989 h 487550"/>
              <a:gd name="connsiteX195" fmla="*/ 438639 w 439877"/>
              <a:gd name="connsiteY195" fmla="*/ 9214 h 487550"/>
              <a:gd name="connsiteX196" fmla="*/ 439568 w 439877"/>
              <a:gd name="connsiteY196" fmla="*/ 9828 h 487550"/>
              <a:gd name="connsiteX197" fmla="*/ 439877 w 439877"/>
              <a:gd name="connsiteY197" fmla="*/ 11056 h 487550"/>
              <a:gd name="connsiteX198" fmla="*/ 439722 w 439877"/>
              <a:gd name="connsiteY198" fmla="*/ 12438 h 487550"/>
              <a:gd name="connsiteX199" fmla="*/ 438948 w 439877"/>
              <a:gd name="connsiteY199" fmla="*/ 13974 h 487550"/>
              <a:gd name="connsiteX200" fmla="*/ 437710 w 439877"/>
              <a:gd name="connsiteY200" fmla="*/ 15663 h 487550"/>
              <a:gd name="connsiteX201" fmla="*/ 436008 w 439877"/>
              <a:gd name="connsiteY201" fmla="*/ 17352 h 487550"/>
              <a:gd name="connsiteX202" fmla="*/ 434305 w 439877"/>
              <a:gd name="connsiteY202" fmla="*/ 18427 h 487550"/>
              <a:gd name="connsiteX203" fmla="*/ 432603 w 439877"/>
              <a:gd name="connsiteY203" fmla="*/ 19195 h 487550"/>
              <a:gd name="connsiteX204" fmla="*/ 431055 w 439877"/>
              <a:gd name="connsiteY204" fmla="*/ 19502 h 487550"/>
              <a:gd name="connsiteX205" fmla="*/ 429662 w 439877"/>
              <a:gd name="connsiteY205" fmla="*/ 19195 h 487550"/>
              <a:gd name="connsiteX206" fmla="*/ 422232 w 439877"/>
              <a:gd name="connsiteY206" fmla="*/ 16124 h 487550"/>
              <a:gd name="connsiteX207" fmla="*/ 415113 w 439877"/>
              <a:gd name="connsiteY207" fmla="*/ 13667 h 487550"/>
              <a:gd name="connsiteX208" fmla="*/ 408612 w 439877"/>
              <a:gd name="connsiteY208" fmla="*/ 12131 h 487550"/>
              <a:gd name="connsiteX209" fmla="*/ 402576 w 439877"/>
              <a:gd name="connsiteY209" fmla="*/ 11056 h 487550"/>
              <a:gd name="connsiteX210" fmla="*/ 396849 w 439877"/>
              <a:gd name="connsiteY210" fmla="*/ 10442 h 487550"/>
              <a:gd name="connsiteX211" fmla="*/ 391741 w 439877"/>
              <a:gd name="connsiteY211" fmla="*/ 10442 h 487550"/>
              <a:gd name="connsiteX212" fmla="*/ 387098 w 439877"/>
              <a:gd name="connsiteY212" fmla="*/ 10749 h 487550"/>
              <a:gd name="connsiteX213" fmla="*/ 382919 w 439877"/>
              <a:gd name="connsiteY213" fmla="*/ 11517 h 487550"/>
              <a:gd name="connsiteX214" fmla="*/ 379359 w 439877"/>
              <a:gd name="connsiteY214" fmla="*/ 12592 h 487550"/>
              <a:gd name="connsiteX215" fmla="*/ 376418 w 439877"/>
              <a:gd name="connsiteY215" fmla="*/ 13820 h 487550"/>
              <a:gd name="connsiteX216" fmla="*/ 373787 w 439877"/>
              <a:gd name="connsiteY216" fmla="*/ 15356 h 487550"/>
              <a:gd name="connsiteX217" fmla="*/ 371929 w 439877"/>
              <a:gd name="connsiteY217" fmla="*/ 17045 h 487550"/>
              <a:gd name="connsiteX218" fmla="*/ 370227 w 439877"/>
              <a:gd name="connsiteY218" fmla="*/ 19348 h 487550"/>
              <a:gd name="connsiteX219" fmla="*/ 368989 w 439877"/>
              <a:gd name="connsiteY219" fmla="*/ 22266 h 487550"/>
              <a:gd name="connsiteX220" fmla="*/ 368215 w 439877"/>
              <a:gd name="connsiteY220" fmla="*/ 25644 h 487550"/>
              <a:gd name="connsiteX221" fmla="*/ 368060 w 439877"/>
              <a:gd name="connsiteY221" fmla="*/ 29330 h 487550"/>
              <a:gd name="connsiteX222" fmla="*/ 368524 w 439877"/>
              <a:gd name="connsiteY222" fmla="*/ 33476 h 487550"/>
              <a:gd name="connsiteX223" fmla="*/ 369763 w 439877"/>
              <a:gd name="connsiteY223" fmla="*/ 37929 h 487550"/>
              <a:gd name="connsiteX224" fmla="*/ 371620 w 439877"/>
              <a:gd name="connsiteY224" fmla="*/ 42689 h 487550"/>
              <a:gd name="connsiteX225" fmla="*/ 374561 w 439877"/>
              <a:gd name="connsiteY225" fmla="*/ 47603 h 487550"/>
              <a:gd name="connsiteX226" fmla="*/ 378430 w 439877"/>
              <a:gd name="connsiteY226" fmla="*/ 52671 h 487550"/>
              <a:gd name="connsiteX227" fmla="*/ 383228 w 439877"/>
              <a:gd name="connsiteY227" fmla="*/ 57892 h 487550"/>
              <a:gd name="connsiteX228" fmla="*/ 389265 w 439877"/>
              <a:gd name="connsiteY228" fmla="*/ 63113 h 487550"/>
              <a:gd name="connsiteX229" fmla="*/ 395920 w 439877"/>
              <a:gd name="connsiteY229" fmla="*/ 68948 h 487550"/>
              <a:gd name="connsiteX230" fmla="*/ 401492 w 439877"/>
              <a:gd name="connsiteY230" fmla="*/ 74630 h 487550"/>
              <a:gd name="connsiteX231" fmla="*/ 406445 w 439877"/>
              <a:gd name="connsiteY231" fmla="*/ 80311 h 487550"/>
              <a:gd name="connsiteX232" fmla="*/ 410005 w 439877"/>
              <a:gd name="connsiteY232" fmla="*/ 85839 h 487550"/>
              <a:gd name="connsiteX233" fmla="*/ 412946 w 439877"/>
              <a:gd name="connsiteY233" fmla="*/ 91214 h 487550"/>
              <a:gd name="connsiteX234" fmla="*/ 414648 w 439877"/>
              <a:gd name="connsiteY234" fmla="*/ 96742 h 487550"/>
              <a:gd name="connsiteX235" fmla="*/ 415577 w 439877"/>
              <a:gd name="connsiteY235" fmla="*/ 102117 h 487550"/>
              <a:gd name="connsiteX236" fmla="*/ 415422 w 439877"/>
              <a:gd name="connsiteY236" fmla="*/ 107338 h 487550"/>
              <a:gd name="connsiteX237" fmla="*/ 414339 w 439877"/>
              <a:gd name="connsiteY237" fmla="*/ 112559 h 487550"/>
              <a:gd name="connsiteX238" fmla="*/ 412327 w 439877"/>
              <a:gd name="connsiteY238" fmla="*/ 117626 h 487550"/>
              <a:gd name="connsiteX239" fmla="*/ 409076 w 439877"/>
              <a:gd name="connsiteY239" fmla="*/ 122694 h 487550"/>
              <a:gd name="connsiteX240" fmla="*/ 405826 w 439877"/>
              <a:gd name="connsiteY240" fmla="*/ 127147 h 487550"/>
              <a:gd name="connsiteX241" fmla="*/ 402111 w 439877"/>
              <a:gd name="connsiteY241" fmla="*/ 131447 h 487550"/>
              <a:gd name="connsiteX242" fmla="*/ 398397 w 439877"/>
              <a:gd name="connsiteY242" fmla="*/ 135132 h 487550"/>
              <a:gd name="connsiteX243" fmla="*/ 394527 w 439877"/>
              <a:gd name="connsiteY243" fmla="*/ 138817 h 487550"/>
              <a:gd name="connsiteX244" fmla="*/ 390503 w 439877"/>
              <a:gd name="connsiteY244" fmla="*/ 141889 h 487550"/>
              <a:gd name="connsiteX245" fmla="*/ 386633 w 439877"/>
              <a:gd name="connsiteY245" fmla="*/ 144960 h 487550"/>
              <a:gd name="connsiteX246" fmla="*/ 382764 w 439877"/>
              <a:gd name="connsiteY246" fmla="*/ 147417 h 487550"/>
              <a:gd name="connsiteX247" fmla="*/ 379204 w 439877"/>
              <a:gd name="connsiteY247" fmla="*/ 149567 h 487550"/>
              <a:gd name="connsiteX248" fmla="*/ 375799 w 439877"/>
              <a:gd name="connsiteY248" fmla="*/ 151409 h 487550"/>
              <a:gd name="connsiteX249" fmla="*/ 373013 w 439877"/>
              <a:gd name="connsiteY249" fmla="*/ 152945 h 487550"/>
              <a:gd name="connsiteX250" fmla="*/ 370536 w 439877"/>
              <a:gd name="connsiteY250" fmla="*/ 154327 h 487550"/>
              <a:gd name="connsiteX251" fmla="*/ 368524 w 439877"/>
              <a:gd name="connsiteY251" fmla="*/ 155248 h 487550"/>
              <a:gd name="connsiteX252" fmla="*/ 367131 w 439877"/>
              <a:gd name="connsiteY252" fmla="*/ 155862 h 487550"/>
              <a:gd name="connsiteX253" fmla="*/ 366357 w 439877"/>
              <a:gd name="connsiteY253" fmla="*/ 156016 h 487550"/>
              <a:gd name="connsiteX254" fmla="*/ 355368 w 439877"/>
              <a:gd name="connsiteY254" fmla="*/ 144192 h 487550"/>
              <a:gd name="connsiteX255" fmla="*/ 356142 w 439877"/>
              <a:gd name="connsiteY255" fmla="*/ 143117 h 487550"/>
              <a:gd name="connsiteX256" fmla="*/ 357535 w 439877"/>
              <a:gd name="connsiteY256" fmla="*/ 142349 h 487550"/>
              <a:gd name="connsiteX257" fmla="*/ 359702 w 439877"/>
              <a:gd name="connsiteY257" fmla="*/ 141735 h 487550"/>
              <a:gd name="connsiteX258" fmla="*/ 361869 w 439877"/>
              <a:gd name="connsiteY258" fmla="*/ 141121 h 487550"/>
              <a:gd name="connsiteX259" fmla="*/ 364190 w 439877"/>
              <a:gd name="connsiteY259" fmla="*/ 140660 h 487550"/>
              <a:gd name="connsiteX260" fmla="*/ 366512 w 439877"/>
              <a:gd name="connsiteY260" fmla="*/ 140199 h 487550"/>
              <a:gd name="connsiteX261" fmla="*/ 368524 w 439877"/>
              <a:gd name="connsiteY261" fmla="*/ 139892 h 487550"/>
              <a:gd name="connsiteX262" fmla="*/ 369917 w 439877"/>
              <a:gd name="connsiteY262" fmla="*/ 139739 h 487550"/>
              <a:gd name="connsiteX263" fmla="*/ 376108 w 439877"/>
              <a:gd name="connsiteY263" fmla="*/ 137435 h 487550"/>
              <a:gd name="connsiteX264" fmla="*/ 381526 w 439877"/>
              <a:gd name="connsiteY264" fmla="*/ 134978 h 487550"/>
              <a:gd name="connsiteX265" fmla="*/ 386169 w 439877"/>
              <a:gd name="connsiteY265" fmla="*/ 132368 h 487550"/>
              <a:gd name="connsiteX266" fmla="*/ 389884 w 439877"/>
              <a:gd name="connsiteY266" fmla="*/ 129911 h 487550"/>
              <a:gd name="connsiteX267" fmla="*/ 392824 w 439877"/>
              <a:gd name="connsiteY267" fmla="*/ 127300 h 487550"/>
              <a:gd name="connsiteX268" fmla="*/ 395301 w 439877"/>
              <a:gd name="connsiteY268" fmla="*/ 125151 h 487550"/>
              <a:gd name="connsiteX269" fmla="*/ 397004 w 439877"/>
              <a:gd name="connsiteY269" fmla="*/ 123154 h 487550"/>
              <a:gd name="connsiteX270" fmla="*/ 398242 w 439877"/>
              <a:gd name="connsiteY270" fmla="*/ 121619 h 487550"/>
              <a:gd name="connsiteX271" fmla="*/ 398861 w 439877"/>
              <a:gd name="connsiteY271" fmla="*/ 120697 h 487550"/>
              <a:gd name="connsiteX272" fmla="*/ 399016 w 439877"/>
              <a:gd name="connsiteY272" fmla="*/ 120390 h 487550"/>
              <a:gd name="connsiteX273" fmla="*/ 400099 w 439877"/>
              <a:gd name="connsiteY273" fmla="*/ 118701 h 487550"/>
              <a:gd name="connsiteX274" fmla="*/ 401028 w 439877"/>
              <a:gd name="connsiteY274" fmla="*/ 116858 h 487550"/>
              <a:gd name="connsiteX275" fmla="*/ 401956 w 439877"/>
              <a:gd name="connsiteY275" fmla="*/ 114862 h 487550"/>
              <a:gd name="connsiteX276" fmla="*/ 402730 w 439877"/>
              <a:gd name="connsiteY276" fmla="*/ 112712 h 487550"/>
              <a:gd name="connsiteX277" fmla="*/ 403195 w 439877"/>
              <a:gd name="connsiteY277" fmla="*/ 110102 h 487550"/>
              <a:gd name="connsiteX278" fmla="*/ 403349 w 439877"/>
              <a:gd name="connsiteY278" fmla="*/ 107491 h 487550"/>
              <a:gd name="connsiteX279" fmla="*/ 403040 w 439877"/>
              <a:gd name="connsiteY279" fmla="*/ 104574 h 487550"/>
              <a:gd name="connsiteX280" fmla="*/ 402111 w 439877"/>
              <a:gd name="connsiteY280" fmla="*/ 101349 h 487550"/>
              <a:gd name="connsiteX281" fmla="*/ 401028 w 439877"/>
              <a:gd name="connsiteY281" fmla="*/ 98124 h 487550"/>
              <a:gd name="connsiteX282" fmla="*/ 399170 w 439877"/>
              <a:gd name="connsiteY282" fmla="*/ 94592 h 487550"/>
              <a:gd name="connsiteX283" fmla="*/ 396849 w 439877"/>
              <a:gd name="connsiteY283" fmla="*/ 90600 h 487550"/>
              <a:gd name="connsiteX284" fmla="*/ 393753 w 439877"/>
              <a:gd name="connsiteY284" fmla="*/ 86607 h 487550"/>
              <a:gd name="connsiteX285" fmla="*/ 389729 w 439877"/>
              <a:gd name="connsiteY285" fmla="*/ 82154 h 487550"/>
              <a:gd name="connsiteX286" fmla="*/ 385086 w 439877"/>
              <a:gd name="connsiteY286" fmla="*/ 77547 h 487550"/>
              <a:gd name="connsiteX287" fmla="*/ 379359 w 439877"/>
              <a:gd name="connsiteY287" fmla="*/ 72633 h 487550"/>
              <a:gd name="connsiteX288" fmla="*/ 373632 w 439877"/>
              <a:gd name="connsiteY288" fmla="*/ 67720 h 487550"/>
              <a:gd name="connsiteX289" fmla="*/ 368834 w 439877"/>
              <a:gd name="connsiteY289" fmla="*/ 62499 h 487550"/>
              <a:gd name="connsiteX290" fmla="*/ 364655 w 439877"/>
              <a:gd name="connsiteY290" fmla="*/ 57277 h 487550"/>
              <a:gd name="connsiteX291" fmla="*/ 361404 w 439877"/>
              <a:gd name="connsiteY291" fmla="*/ 52210 h 487550"/>
              <a:gd name="connsiteX292" fmla="*/ 359083 w 439877"/>
              <a:gd name="connsiteY292" fmla="*/ 46989 h 487550"/>
              <a:gd name="connsiteX293" fmla="*/ 357225 w 439877"/>
              <a:gd name="connsiteY293" fmla="*/ 41768 h 487550"/>
              <a:gd name="connsiteX294" fmla="*/ 356452 w 439877"/>
              <a:gd name="connsiteY294" fmla="*/ 36701 h 487550"/>
              <a:gd name="connsiteX295" fmla="*/ 356606 w 439877"/>
              <a:gd name="connsiteY295" fmla="*/ 31633 h 487550"/>
              <a:gd name="connsiteX296" fmla="*/ 357535 w 439877"/>
              <a:gd name="connsiteY296" fmla="*/ 26873 h 487550"/>
              <a:gd name="connsiteX297" fmla="*/ 359547 w 439877"/>
              <a:gd name="connsiteY297" fmla="*/ 22112 h 487550"/>
              <a:gd name="connsiteX298" fmla="*/ 362178 w 439877"/>
              <a:gd name="connsiteY298" fmla="*/ 17659 h 487550"/>
              <a:gd name="connsiteX299" fmla="*/ 365738 w 439877"/>
              <a:gd name="connsiteY299" fmla="*/ 13206 h 487550"/>
              <a:gd name="connsiteX300" fmla="*/ 369917 w 439877"/>
              <a:gd name="connsiteY300" fmla="*/ 9521 h 487550"/>
              <a:gd name="connsiteX301" fmla="*/ 374406 w 439877"/>
              <a:gd name="connsiteY301" fmla="*/ 6296 h 487550"/>
              <a:gd name="connsiteX302" fmla="*/ 379514 w 439877"/>
              <a:gd name="connsiteY302" fmla="*/ 3839 h 487550"/>
              <a:gd name="connsiteX303" fmla="*/ 384776 w 439877"/>
              <a:gd name="connsiteY303" fmla="*/ 1996 h 487550"/>
              <a:gd name="connsiteX304" fmla="*/ 390503 w 439877"/>
              <a:gd name="connsiteY304" fmla="*/ 614 h 487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</a:cxnLst>
            <a:rect l="l" t="t" r="r" b="b"/>
            <a:pathLst>
              <a:path w="439877" h="487550">
                <a:moveTo>
                  <a:pt x="320012" y="171183"/>
                </a:moveTo>
                <a:lnTo>
                  <a:pt x="323091" y="171646"/>
                </a:lnTo>
                <a:lnTo>
                  <a:pt x="326169" y="172881"/>
                </a:lnTo>
                <a:lnTo>
                  <a:pt x="329094" y="174578"/>
                </a:lnTo>
                <a:lnTo>
                  <a:pt x="331557" y="176894"/>
                </a:lnTo>
                <a:lnTo>
                  <a:pt x="333404" y="179517"/>
                </a:lnTo>
                <a:lnTo>
                  <a:pt x="334944" y="182758"/>
                </a:lnTo>
                <a:lnTo>
                  <a:pt x="335713" y="185845"/>
                </a:lnTo>
                <a:lnTo>
                  <a:pt x="335867" y="188932"/>
                </a:lnTo>
                <a:lnTo>
                  <a:pt x="335405" y="192173"/>
                </a:lnTo>
                <a:lnTo>
                  <a:pt x="334328" y="195260"/>
                </a:lnTo>
                <a:lnTo>
                  <a:pt x="332481" y="198192"/>
                </a:lnTo>
                <a:lnTo>
                  <a:pt x="330326" y="200662"/>
                </a:lnTo>
                <a:lnTo>
                  <a:pt x="307544" y="221035"/>
                </a:lnTo>
                <a:lnTo>
                  <a:pt x="304773" y="223041"/>
                </a:lnTo>
                <a:lnTo>
                  <a:pt x="301848" y="224584"/>
                </a:lnTo>
                <a:lnTo>
                  <a:pt x="298616" y="225356"/>
                </a:lnTo>
                <a:lnTo>
                  <a:pt x="295383" y="225356"/>
                </a:lnTo>
                <a:lnTo>
                  <a:pt x="292304" y="224893"/>
                </a:lnTo>
                <a:lnTo>
                  <a:pt x="289226" y="223658"/>
                </a:lnTo>
                <a:lnTo>
                  <a:pt x="286301" y="222115"/>
                </a:lnTo>
                <a:lnTo>
                  <a:pt x="283838" y="219800"/>
                </a:lnTo>
                <a:lnTo>
                  <a:pt x="281837" y="217022"/>
                </a:lnTo>
                <a:lnTo>
                  <a:pt x="280452" y="213935"/>
                </a:lnTo>
                <a:lnTo>
                  <a:pt x="279682" y="210848"/>
                </a:lnTo>
                <a:lnTo>
                  <a:pt x="279528" y="207607"/>
                </a:lnTo>
                <a:lnTo>
                  <a:pt x="279990" y="204366"/>
                </a:lnTo>
                <a:lnTo>
                  <a:pt x="281067" y="201433"/>
                </a:lnTo>
                <a:lnTo>
                  <a:pt x="282915" y="198655"/>
                </a:lnTo>
                <a:lnTo>
                  <a:pt x="285224" y="196032"/>
                </a:lnTo>
                <a:lnTo>
                  <a:pt x="307698" y="175659"/>
                </a:lnTo>
                <a:lnTo>
                  <a:pt x="310622" y="173652"/>
                </a:lnTo>
                <a:lnTo>
                  <a:pt x="313547" y="172263"/>
                </a:lnTo>
                <a:lnTo>
                  <a:pt x="316626" y="171337"/>
                </a:lnTo>
                <a:close/>
                <a:moveTo>
                  <a:pt x="153539" y="169017"/>
                </a:moveTo>
                <a:lnTo>
                  <a:pt x="320698" y="355370"/>
                </a:lnTo>
                <a:lnTo>
                  <a:pt x="208949" y="455666"/>
                </a:lnTo>
                <a:lnTo>
                  <a:pt x="202603" y="460928"/>
                </a:lnTo>
                <a:lnTo>
                  <a:pt x="195948" y="465572"/>
                </a:lnTo>
                <a:lnTo>
                  <a:pt x="188828" y="470060"/>
                </a:lnTo>
                <a:lnTo>
                  <a:pt x="181399" y="473930"/>
                </a:lnTo>
                <a:lnTo>
                  <a:pt x="173660" y="477490"/>
                </a:lnTo>
                <a:lnTo>
                  <a:pt x="165612" y="480276"/>
                </a:lnTo>
                <a:lnTo>
                  <a:pt x="157563" y="482752"/>
                </a:lnTo>
                <a:lnTo>
                  <a:pt x="149205" y="484764"/>
                </a:lnTo>
                <a:lnTo>
                  <a:pt x="140847" y="486312"/>
                </a:lnTo>
                <a:lnTo>
                  <a:pt x="132489" y="487241"/>
                </a:lnTo>
                <a:lnTo>
                  <a:pt x="123976" y="487550"/>
                </a:lnTo>
                <a:lnTo>
                  <a:pt x="115618" y="487395"/>
                </a:lnTo>
                <a:lnTo>
                  <a:pt x="107415" y="486621"/>
                </a:lnTo>
                <a:lnTo>
                  <a:pt x="99367" y="485383"/>
                </a:lnTo>
                <a:lnTo>
                  <a:pt x="91628" y="483526"/>
                </a:lnTo>
                <a:lnTo>
                  <a:pt x="83889" y="480895"/>
                </a:lnTo>
                <a:lnTo>
                  <a:pt x="76460" y="477799"/>
                </a:lnTo>
                <a:lnTo>
                  <a:pt x="69495" y="474084"/>
                </a:lnTo>
                <a:lnTo>
                  <a:pt x="62839" y="469751"/>
                </a:lnTo>
                <a:lnTo>
                  <a:pt x="56803" y="464643"/>
                </a:lnTo>
                <a:lnTo>
                  <a:pt x="51076" y="459071"/>
                </a:lnTo>
                <a:lnTo>
                  <a:pt x="21359" y="426103"/>
                </a:lnTo>
                <a:lnTo>
                  <a:pt x="16406" y="419757"/>
                </a:lnTo>
                <a:lnTo>
                  <a:pt x="11918" y="413102"/>
                </a:lnTo>
                <a:lnTo>
                  <a:pt x="8358" y="406137"/>
                </a:lnTo>
                <a:lnTo>
                  <a:pt x="5417" y="398708"/>
                </a:lnTo>
                <a:lnTo>
                  <a:pt x="3095" y="391123"/>
                </a:lnTo>
                <a:lnTo>
                  <a:pt x="1393" y="383230"/>
                </a:lnTo>
                <a:lnTo>
                  <a:pt x="464" y="375027"/>
                </a:lnTo>
                <a:lnTo>
                  <a:pt x="0" y="366823"/>
                </a:lnTo>
                <a:lnTo>
                  <a:pt x="155" y="358620"/>
                </a:lnTo>
                <a:lnTo>
                  <a:pt x="929" y="350262"/>
                </a:lnTo>
                <a:lnTo>
                  <a:pt x="2167" y="341904"/>
                </a:lnTo>
                <a:lnTo>
                  <a:pt x="4024" y="333701"/>
                </a:lnTo>
                <a:lnTo>
                  <a:pt x="6346" y="325498"/>
                </a:lnTo>
                <a:lnTo>
                  <a:pt x="9286" y="317449"/>
                </a:lnTo>
                <a:lnTo>
                  <a:pt x="12537" y="309555"/>
                </a:lnTo>
                <a:lnTo>
                  <a:pt x="16406" y="302126"/>
                </a:lnTo>
                <a:lnTo>
                  <a:pt x="20585" y="294852"/>
                </a:lnTo>
                <a:lnTo>
                  <a:pt x="25383" y="287886"/>
                </a:lnTo>
                <a:lnTo>
                  <a:pt x="30491" y="281231"/>
                </a:lnTo>
                <a:lnTo>
                  <a:pt x="35908" y="275040"/>
                </a:lnTo>
                <a:lnTo>
                  <a:pt x="41790" y="269468"/>
                </a:lnTo>
                <a:close/>
                <a:moveTo>
                  <a:pt x="367585" y="156016"/>
                </a:moveTo>
                <a:lnTo>
                  <a:pt x="376834" y="166314"/>
                </a:lnTo>
                <a:lnTo>
                  <a:pt x="382846" y="173648"/>
                </a:lnTo>
                <a:lnTo>
                  <a:pt x="388087" y="181293"/>
                </a:lnTo>
                <a:lnTo>
                  <a:pt x="392403" y="189407"/>
                </a:lnTo>
                <a:lnTo>
                  <a:pt x="396103" y="197676"/>
                </a:lnTo>
                <a:lnTo>
                  <a:pt x="398877" y="206102"/>
                </a:lnTo>
                <a:lnTo>
                  <a:pt x="401035" y="214840"/>
                </a:lnTo>
                <a:lnTo>
                  <a:pt x="402423" y="223577"/>
                </a:lnTo>
                <a:lnTo>
                  <a:pt x="403039" y="232471"/>
                </a:lnTo>
                <a:lnTo>
                  <a:pt x="402885" y="241365"/>
                </a:lnTo>
                <a:lnTo>
                  <a:pt x="402114" y="250103"/>
                </a:lnTo>
                <a:lnTo>
                  <a:pt x="400573" y="258840"/>
                </a:lnTo>
                <a:lnTo>
                  <a:pt x="398261" y="267422"/>
                </a:lnTo>
                <a:lnTo>
                  <a:pt x="395178" y="275848"/>
                </a:lnTo>
                <a:lnTo>
                  <a:pt x="391324" y="283805"/>
                </a:lnTo>
                <a:lnTo>
                  <a:pt x="387008" y="291763"/>
                </a:lnTo>
                <a:lnTo>
                  <a:pt x="381613" y="299252"/>
                </a:lnTo>
                <a:lnTo>
                  <a:pt x="375601" y="306274"/>
                </a:lnTo>
                <a:lnTo>
                  <a:pt x="369127" y="312983"/>
                </a:lnTo>
                <a:lnTo>
                  <a:pt x="329511" y="348870"/>
                </a:lnTo>
                <a:lnTo>
                  <a:pt x="251358" y="260713"/>
                </a:lnTo>
                <a:lnTo>
                  <a:pt x="279105" y="235436"/>
                </a:lnTo>
                <a:lnTo>
                  <a:pt x="279105" y="235124"/>
                </a:lnTo>
                <a:lnTo>
                  <a:pt x="282958" y="238712"/>
                </a:lnTo>
                <a:lnTo>
                  <a:pt x="286658" y="241521"/>
                </a:lnTo>
                <a:lnTo>
                  <a:pt x="290512" y="243237"/>
                </a:lnTo>
                <a:lnTo>
                  <a:pt x="294365" y="244329"/>
                </a:lnTo>
                <a:lnTo>
                  <a:pt x="298065" y="244798"/>
                </a:lnTo>
                <a:lnTo>
                  <a:pt x="301918" y="244641"/>
                </a:lnTo>
                <a:lnTo>
                  <a:pt x="305310" y="244173"/>
                </a:lnTo>
                <a:lnTo>
                  <a:pt x="308701" y="243237"/>
                </a:lnTo>
                <a:lnTo>
                  <a:pt x="311630" y="242145"/>
                </a:lnTo>
                <a:lnTo>
                  <a:pt x="314404" y="241053"/>
                </a:lnTo>
                <a:lnTo>
                  <a:pt x="316562" y="239649"/>
                </a:lnTo>
                <a:lnTo>
                  <a:pt x="318566" y="238556"/>
                </a:lnTo>
                <a:lnTo>
                  <a:pt x="319954" y="237620"/>
                </a:lnTo>
                <a:lnTo>
                  <a:pt x="320879" y="236996"/>
                </a:lnTo>
                <a:lnTo>
                  <a:pt x="321187" y="236840"/>
                </a:lnTo>
                <a:lnTo>
                  <a:pt x="343076" y="217024"/>
                </a:lnTo>
                <a:lnTo>
                  <a:pt x="346621" y="213123"/>
                </a:lnTo>
                <a:lnTo>
                  <a:pt x="349242" y="209379"/>
                </a:lnTo>
                <a:lnTo>
                  <a:pt x="351091" y="205478"/>
                </a:lnTo>
                <a:lnTo>
                  <a:pt x="352325" y="201733"/>
                </a:lnTo>
                <a:lnTo>
                  <a:pt x="352941" y="197988"/>
                </a:lnTo>
                <a:lnTo>
                  <a:pt x="352941" y="194400"/>
                </a:lnTo>
                <a:lnTo>
                  <a:pt x="352479" y="190967"/>
                </a:lnTo>
                <a:lnTo>
                  <a:pt x="351708" y="187690"/>
                </a:lnTo>
                <a:lnTo>
                  <a:pt x="350629" y="184882"/>
                </a:lnTo>
                <a:lnTo>
                  <a:pt x="349550" y="182385"/>
                </a:lnTo>
                <a:lnTo>
                  <a:pt x="348471" y="180045"/>
                </a:lnTo>
                <a:lnTo>
                  <a:pt x="347546" y="178172"/>
                </a:lnTo>
                <a:lnTo>
                  <a:pt x="346621" y="176924"/>
                </a:lnTo>
                <a:lnTo>
                  <a:pt x="346005" y="175988"/>
                </a:lnTo>
                <a:lnTo>
                  <a:pt x="345850" y="175832"/>
                </a:lnTo>
                <a:close/>
                <a:moveTo>
                  <a:pt x="267011" y="99677"/>
                </a:moveTo>
                <a:lnTo>
                  <a:pt x="275617" y="99832"/>
                </a:lnTo>
                <a:lnTo>
                  <a:pt x="284376" y="100609"/>
                </a:lnTo>
                <a:lnTo>
                  <a:pt x="292981" y="102316"/>
                </a:lnTo>
                <a:lnTo>
                  <a:pt x="301433" y="104645"/>
                </a:lnTo>
                <a:lnTo>
                  <a:pt x="309731" y="107751"/>
                </a:lnTo>
                <a:lnTo>
                  <a:pt x="317722" y="111632"/>
                </a:lnTo>
                <a:lnTo>
                  <a:pt x="325405" y="115979"/>
                </a:lnTo>
                <a:lnTo>
                  <a:pt x="332627" y="121414"/>
                </a:lnTo>
                <a:lnTo>
                  <a:pt x="339696" y="127313"/>
                </a:lnTo>
                <a:lnTo>
                  <a:pt x="346150" y="133990"/>
                </a:lnTo>
                <a:lnTo>
                  <a:pt x="355370" y="144237"/>
                </a:lnTo>
                <a:lnTo>
                  <a:pt x="334010" y="163800"/>
                </a:lnTo>
                <a:lnTo>
                  <a:pt x="330476" y="160384"/>
                </a:lnTo>
                <a:lnTo>
                  <a:pt x="326942" y="157900"/>
                </a:lnTo>
                <a:lnTo>
                  <a:pt x="323100" y="156192"/>
                </a:lnTo>
                <a:lnTo>
                  <a:pt x="319412" y="155105"/>
                </a:lnTo>
                <a:lnTo>
                  <a:pt x="315724" y="154639"/>
                </a:lnTo>
                <a:lnTo>
                  <a:pt x="312190" y="154639"/>
                </a:lnTo>
                <a:lnTo>
                  <a:pt x="308809" y="154950"/>
                </a:lnTo>
                <a:lnTo>
                  <a:pt x="305428" y="155726"/>
                </a:lnTo>
                <a:lnTo>
                  <a:pt x="302508" y="156658"/>
                </a:lnTo>
                <a:lnTo>
                  <a:pt x="299896" y="157589"/>
                </a:lnTo>
                <a:lnTo>
                  <a:pt x="297437" y="158676"/>
                </a:lnTo>
                <a:lnTo>
                  <a:pt x="295593" y="159608"/>
                </a:lnTo>
                <a:lnTo>
                  <a:pt x="294210" y="160384"/>
                </a:lnTo>
                <a:lnTo>
                  <a:pt x="293288" y="161005"/>
                </a:lnTo>
                <a:lnTo>
                  <a:pt x="292981" y="161160"/>
                </a:lnTo>
                <a:lnTo>
                  <a:pt x="269931" y="182276"/>
                </a:lnTo>
                <a:lnTo>
                  <a:pt x="266397" y="186002"/>
                </a:lnTo>
                <a:lnTo>
                  <a:pt x="263477" y="189883"/>
                </a:lnTo>
                <a:lnTo>
                  <a:pt x="261633" y="193610"/>
                </a:lnTo>
                <a:lnTo>
                  <a:pt x="260557" y="197647"/>
                </a:lnTo>
                <a:lnTo>
                  <a:pt x="260096" y="201217"/>
                </a:lnTo>
                <a:lnTo>
                  <a:pt x="260096" y="204788"/>
                </a:lnTo>
                <a:lnTo>
                  <a:pt x="260557" y="208359"/>
                </a:lnTo>
                <a:lnTo>
                  <a:pt x="261325" y="211465"/>
                </a:lnTo>
                <a:lnTo>
                  <a:pt x="262401" y="214415"/>
                </a:lnTo>
                <a:lnTo>
                  <a:pt x="263477" y="217209"/>
                </a:lnTo>
                <a:lnTo>
                  <a:pt x="264860" y="219383"/>
                </a:lnTo>
                <a:lnTo>
                  <a:pt x="265936" y="221246"/>
                </a:lnTo>
                <a:lnTo>
                  <a:pt x="266858" y="222643"/>
                </a:lnTo>
                <a:lnTo>
                  <a:pt x="267626" y="223730"/>
                </a:lnTo>
                <a:lnTo>
                  <a:pt x="267933" y="224196"/>
                </a:lnTo>
                <a:lnTo>
                  <a:pt x="240119" y="249193"/>
                </a:lnTo>
                <a:lnTo>
                  <a:pt x="162517" y="161781"/>
                </a:lnTo>
                <a:lnTo>
                  <a:pt x="201702" y="126071"/>
                </a:lnTo>
                <a:lnTo>
                  <a:pt x="208925" y="120327"/>
                </a:lnTo>
                <a:lnTo>
                  <a:pt x="216608" y="115048"/>
                </a:lnTo>
                <a:lnTo>
                  <a:pt x="224445" y="110701"/>
                </a:lnTo>
                <a:lnTo>
                  <a:pt x="232743" y="106819"/>
                </a:lnTo>
                <a:lnTo>
                  <a:pt x="241041" y="104024"/>
                </a:lnTo>
                <a:lnTo>
                  <a:pt x="249647" y="101695"/>
                </a:lnTo>
                <a:lnTo>
                  <a:pt x="258252" y="100298"/>
                </a:lnTo>
                <a:close/>
                <a:moveTo>
                  <a:pt x="396694" y="0"/>
                </a:moveTo>
                <a:lnTo>
                  <a:pt x="403195" y="0"/>
                </a:lnTo>
                <a:lnTo>
                  <a:pt x="409695" y="461"/>
                </a:lnTo>
                <a:lnTo>
                  <a:pt x="416660" y="1689"/>
                </a:lnTo>
                <a:lnTo>
                  <a:pt x="423780" y="3532"/>
                </a:lnTo>
                <a:lnTo>
                  <a:pt x="431210" y="5989"/>
                </a:lnTo>
                <a:lnTo>
                  <a:pt x="438639" y="9214"/>
                </a:lnTo>
                <a:lnTo>
                  <a:pt x="439568" y="9828"/>
                </a:lnTo>
                <a:lnTo>
                  <a:pt x="439877" y="11056"/>
                </a:lnTo>
                <a:lnTo>
                  <a:pt x="439722" y="12438"/>
                </a:lnTo>
                <a:lnTo>
                  <a:pt x="438948" y="13974"/>
                </a:lnTo>
                <a:lnTo>
                  <a:pt x="437710" y="15663"/>
                </a:lnTo>
                <a:lnTo>
                  <a:pt x="436008" y="17352"/>
                </a:lnTo>
                <a:lnTo>
                  <a:pt x="434305" y="18427"/>
                </a:lnTo>
                <a:lnTo>
                  <a:pt x="432603" y="19195"/>
                </a:lnTo>
                <a:lnTo>
                  <a:pt x="431055" y="19502"/>
                </a:lnTo>
                <a:lnTo>
                  <a:pt x="429662" y="19195"/>
                </a:lnTo>
                <a:lnTo>
                  <a:pt x="422232" y="16124"/>
                </a:lnTo>
                <a:lnTo>
                  <a:pt x="415113" y="13667"/>
                </a:lnTo>
                <a:lnTo>
                  <a:pt x="408612" y="12131"/>
                </a:lnTo>
                <a:lnTo>
                  <a:pt x="402576" y="11056"/>
                </a:lnTo>
                <a:lnTo>
                  <a:pt x="396849" y="10442"/>
                </a:lnTo>
                <a:lnTo>
                  <a:pt x="391741" y="10442"/>
                </a:lnTo>
                <a:lnTo>
                  <a:pt x="387098" y="10749"/>
                </a:lnTo>
                <a:lnTo>
                  <a:pt x="382919" y="11517"/>
                </a:lnTo>
                <a:lnTo>
                  <a:pt x="379359" y="12592"/>
                </a:lnTo>
                <a:lnTo>
                  <a:pt x="376418" y="13820"/>
                </a:lnTo>
                <a:lnTo>
                  <a:pt x="373787" y="15356"/>
                </a:lnTo>
                <a:lnTo>
                  <a:pt x="371929" y="17045"/>
                </a:lnTo>
                <a:lnTo>
                  <a:pt x="370227" y="19348"/>
                </a:lnTo>
                <a:lnTo>
                  <a:pt x="368989" y="22266"/>
                </a:lnTo>
                <a:lnTo>
                  <a:pt x="368215" y="25644"/>
                </a:lnTo>
                <a:lnTo>
                  <a:pt x="368060" y="29330"/>
                </a:lnTo>
                <a:lnTo>
                  <a:pt x="368524" y="33476"/>
                </a:lnTo>
                <a:lnTo>
                  <a:pt x="369763" y="37929"/>
                </a:lnTo>
                <a:lnTo>
                  <a:pt x="371620" y="42689"/>
                </a:lnTo>
                <a:lnTo>
                  <a:pt x="374561" y="47603"/>
                </a:lnTo>
                <a:lnTo>
                  <a:pt x="378430" y="52671"/>
                </a:lnTo>
                <a:lnTo>
                  <a:pt x="383228" y="57892"/>
                </a:lnTo>
                <a:lnTo>
                  <a:pt x="389265" y="63113"/>
                </a:lnTo>
                <a:lnTo>
                  <a:pt x="395920" y="68948"/>
                </a:lnTo>
                <a:lnTo>
                  <a:pt x="401492" y="74630"/>
                </a:lnTo>
                <a:lnTo>
                  <a:pt x="406445" y="80311"/>
                </a:lnTo>
                <a:lnTo>
                  <a:pt x="410005" y="85839"/>
                </a:lnTo>
                <a:lnTo>
                  <a:pt x="412946" y="91214"/>
                </a:lnTo>
                <a:lnTo>
                  <a:pt x="414648" y="96742"/>
                </a:lnTo>
                <a:lnTo>
                  <a:pt x="415577" y="102117"/>
                </a:lnTo>
                <a:lnTo>
                  <a:pt x="415422" y="107338"/>
                </a:lnTo>
                <a:lnTo>
                  <a:pt x="414339" y="112559"/>
                </a:lnTo>
                <a:lnTo>
                  <a:pt x="412327" y="117626"/>
                </a:lnTo>
                <a:lnTo>
                  <a:pt x="409076" y="122694"/>
                </a:lnTo>
                <a:lnTo>
                  <a:pt x="405826" y="127147"/>
                </a:lnTo>
                <a:lnTo>
                  <a:pt x="402111" y="131447"/>
                </a:lnTo>
                <a:lnTo>
                  <a:pt x="398397" y="135132"/>
                </a:lnTo>
                <a:lnTo>
                  <a:pt x="394527" y="138817"/>
                </a:lnTo>
                <a:lnTo>
                  <a:pt x="390503" y="141889"/>
                </a:lnTo>
                <a:lnTo>
                  <a:pt x="386633" y="144960"/>
                </a:lnTo>
                <a:lnTo>
                  <a:pt x="382764" y="147417"/>
                </a:lnTo>
                <a:lnTo>
                  <a:pt x="379204" y="149567"/>
                </a:lnTo>
                <a:lnTo>
                  <a:pt x="375799" y="151409"/>
                </a:lnTo>
                <a:lnTo>
                  <a:pt x="373013" y="152945"/>
                </a:lnTo>
                <a:lnTo>
                  <a:pt x="370536" y="154327"/>
                </a:lnTo>
                <a:lnTo>
                  <a:pt x="368524" y="155248"/>
                </a:lnTo>
                <a:lnTo>
                  <a:pt x="367131" y="155862"/>
                </a:lnTo>
                <a:lnTo>
                  <a:pt x="366357" y="156016"/>
                </a:lnTo>
                <a:lnTo>
                  <a:pt x="355368" y="144192"/>
                </a:lnTo>
                <a:lnTo>
                  <a:pt x="356142" y="143117"/>
                </a:lnTo>
                <a:lnTo>
                  <a:pt x="357535" y="142349"/>
                </a:lnTo>
                <a:lnTo>
                  <a:pt x="359702" y="141735"/>
                </a:lnTo>
                <a:lnTo>
                  <a:pt x="361869" y="141121"/>
                </a:lnTo>
                <a:lnTo>
                  <a:pt x="364190" y="140660"/>
                </a:lnTo>
                <a:lnTo>
                  <a:pt x="366512" y="140199"/>
                </a:lnTo>
                <a:lnTo>
                  <a:pt x="368524" y="139892"/>
                </a:lnTo>
                <a:lnTo>
                  <a:pt x="369917" y="139739"/>
                </a:lnTo>
                <a:lnTo>
                  <a:pt x="376108" y="137435"/>
                </a:lnTo>
                <a:lnTo>
                  <a:pt x="381526" y="134978"/>
                </a:lnTo>
                <a:lnTo>
                  <a:pt x="386169" y="132368"/>
                </a:lnTo>
                <a:lnTo>
                  <a:pt x="389884" y="129911"/>
                </a:lnTo>
                <a:lnTo>
                  <a:pt x="392824" y="127300"/>
                </a:lnTo>
                <a:lnTo>
                  <a:pt x="395301" y="125151"/>
                </a:lnTo>
                <a:lnTo>
                  <a:pt x="397004" y="123154"/>
                </a:lnTo>
                <a:lnTo>
                  <a:pt x="398242" y="121619"/>
                </a:lnTo>
                <a:lnTo>
                  <a:pt x="398861" y="120697"/>
                </a:lnTo>
                <a:lnTo>
                  <a:pt x="399016" y="120390"/>
                </a:lnTo>
                <a:lnTo>
                  <a:pt x="400099" y="118701"/>
                </a:lnTo>
                <a:lnTo>
                  <a:pt x="401028" y="116858"/>
                </a:lnTo>
                <a:lnTo>
                  <a:pt x="401956" y="114862"/>
                </a:lnTo>
                <a:lnTo>
                  <a:pt x="402730" y="112712"/>
                </a:lnTo>
                <a:lnTo>
                  <a:pt x="403195" y="110102"/>
                </a:lnTo>
                <a:lnTo>
                  <a:pt x="403349" y="107491"/>
                </a:lnTo>
                <a:lnTo>
                  <a:pt x="403040" y="104574"/>
                </a:lnTo>
                <a:lnTo>
                  <a:pt x="402111" y="101349"/>
                </a:lnTo>
                <a:lnTo>
                  <a:pt x="401028" y="98124"/>
                </a:lnTo>
                <a:lnTo>
                  <a:pt x="399170" y="94592"/>
                </a:lnTo>
                <a:lnTo>
                  <a:pt x="396849" y="90600"/>
                </a:lnTo>
                <a:lnTo>
                  <a:pt x="393753" y="86607"/>
                </a:lnTo>
                <a:lnTo>
                  <a:pt x="389729" y="82154"/>
                </a:lnTo>
                <a:lnTo>
                  <a:pt x="385086" y="77547"/>
                </a:lnTo>
                <a:lnTo>
                  <a:pt x="379359" y="72633"/>
                </a:lnTo>
                <a:lnTo>
                  <a:pt x="373632" y="67720"/>
                </a:lnTo>
                <a:lnTo>
                  <a:pt x="368834" y="62499"/>
                </a:lnTo>
                <a:lnTo>
                  <a:pt x="364655" y="57277"/>
                </a:lnTo>
                <a:lnTo>
                  <a:pt x="361404" y="52210"/>
                </a:lnTo>
                <a:lnTo>
                  <a:pt x="359083" y="46989"/>
                </a:lnTo>
                <a:lnTo>
                  <a:pt x="357225" y="41768"/>
                </a:lnTo>
                <a:lnTo>
                  <a:pt x="356452" y="36701"/>
                </a:lnTo>
                <a:lnTo>
                  <a:pt x="356606" y="31633"/>
                </a:lnTo>
                <a:lnTo>
                  <a:pt x="357535" y="26873"/>
                </a:lnTo>
                <a:lnTo>
                  <a:pt x="359547" y="22112"/>
                </a:lnTo>
                <a:lnTo>
                  <a:pt x="362178" y="17659"/>
                </a:lnTo>
                <a:lnTo>
                  <a:pt x="365738" y="13206"/>
                </a:lnTo>
                <a:lnTo>
                  <a:pt x="369917" y="9521"/>
                </a:lnTo>
                <a:lnTo>
                  <a:pt x="374406" y="6296"/>
                </a:lnTo>
                <a:lnTo>
                  <a:pt x="379514" y="3839"/>
                </a:lnTo>
                <a:lnTo>
                  <a:pt x="384776" y="1996"/>
                </a:lnTo>
                <a:lnTo>
                  <a:pt x="390503" y="614"/>
                </a:lnTo>
                <a:close/>
              </a:path>
            </a:pathLst>
          </a:custGeom>
          <a:solidFill>
            <a:srgbClr val="8A6E5B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60" name="그룹 59"/>
          <p:cNvGrpSpPr/>
          <p:nvPr/>
        </p:nvGrpSpPr>
        <p:grpSpPr>
          <a:xfrm>
            <a:off x="6407471" y="4404718"/>
            <a:ext cx="4355191" cy="1066085"/>
            <a:chOff x="990600" y="3175715"/>
            <a:chExt cx="4355191" cy="1190171"/>
          </a:xfrm>
        </p:grpSpPr>
        <p:sp>
          <p:nvSpPr>
            <p:cNvPr id="61" name="양쪽 모서리가 둥근 사각형 60"/>
            <p:cNvSpPr/>
            <p:nvPr/>
          </p:nvSpPr>
          <p:spPr>
            <a:xfrm rot="16200000" flipH="1">
              <a:off x="695002" y="3479738"/>
              <a:ext cx="1181746" cy="590550"/>
            </a:xfrm>
            <a:prstGeom prst="round2SameRect">
              <a:avLst>
                <a:gd name="adj1" fmla="val 32796"/>
                <a:gd name="adj2" fmla="val 0"/>
              </a:avLst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" name="모서리가 둥근 직사각형 61"/>
            <p:cNvSpPr/>
            <p:nvPr/>
          </p:nvSpPr>
          <p:spPr>
            <a:xfrm>
              <a:off x="990600" y="3175715"/>
              <a:ext cx="4355191" cy="1190171"/>
            </a:xfrm>
            <a:prstGeom prst="roundRect">
              <a:avLst/>
            </a:prstGeom>
            <a:noFill/>
            <a:ln w="28575">
              <a:solidFill>
                <a:srgbClr val="8A6E5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3" name="모서리가 둥근 직사각형 62"/>
          <p:cNvSpPr/>
          <p:nvPr/>
        </p:nvSpPr>
        <p:spPr>
          <a:xfrm>
            <a:off x="6566037" y="4207398"/>
            <a:ext cx="273418" cy="438352"/>
          </a:xfrm>
          <a:prstGeom prst="roundRect">
            <a:avLst/>
          </a:prstGeom>
          <a:solidFill>
            <a:srgbClr val="FFFBE8"/>
          </a:solidFill>
          <a:ln w="28575">
            <a:solidFill>
              <a:srgbClr val="8A6E5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자유형 65"/>
          <p:cNvSpPr>
            <a:spLocks/>
          </p:cNvSpPr>
          <p:nvPr/>
        </p:nvSpPr>
        <p:spPr bwMode="auto">
          <a:xfrm>
            <a:off x="6620916" y="4360886"/>
            <a:ext cx="160950" cy="140862"/>
          </a:xfrm>
          <a:custGeom>
            <a:avLst/>
            <a:gdLst>
              <a:gd name="connsiteX0" fmla="*/ 149021 w 448462"/>
              <a:gd name="connsiteY0" fmla="*/ 328125 h 392491"/>
              <a:gd name="connsiteX1" fmla="*/ 210588 w 448462"/>
              <a:gd name="connsiteY1" fmla="*/ 357224 h 392491"/>
              <a:gd name="connsiteX2" fmla="*/ 160375 w 448462"/>
              <a:gd name="connsiteY2" fmla="*/ 391211 h 392491"/>
              <a:gd name="connsiteX3" fmla="*/ 158502 w 448462"/>
              <a:gd name="connsiteY3" fmla="*/ 392025 h 392491"/>
              <a:gd name="connsiteX4" fmla="*/ 156629 w 448462"/>
              <a:gd name="connsiteY4" fmla="*/ 392491 h 392491"/>
              <a:gd name="connsiteX5" fmla="*/ 154757 w 448462"/>
              <a:gd name="connsiteY5" fmla="*/ 392375 h 392491"/>
              <a:gd name="connsiteX6" fmla="*/ 153001 w 448462"/>
              <a:gd name="connsiteY6" fmla="*/ 391676 h 392491"/>
              <a:gd name="connsiteX7" fmla="*/ 151362 w 448462"/>
              <a:gd name="connsiteY7" fmla="*/ 390396 h 392491"/>
              <a:gd name="connsiteX8" fmla="*/ 150075 w 448462"/>
              <a:gd name="connsiteY8" fmla="*/ 388883 h 392491"/>
              <a:gd name="connsiteX9" fmla="*/ 149255 w 448462"/>
              <a:gd name="connsiteY9" fmla="*/ 387137 h 392491"/>
              <a:gd name="connsiteX10" fmla="*/ 149021 w 448462"/>
              <a:gd name="connsiteY10" fmla="*/ 385158 h 392491"/>
              <a:gd name="connsiteX11" fmla="*/ 441235 w 448462"/>
              <a:gd name="connsiteY11" fmla="*/ 0 h 392491"/>
              <a:gd name="connsiteX12" fmla="*/ 442983 w 448462"/>
              <a:gd name="connsiteY12" fmla="*/ 233 h 392491"/>
              <a:gd name="connsiteX13" fmla="*/ 444615 w 448462"/>
              <a:gd name="connsiteY13" fmla="*/ 816 h 392491"/>
              <a:gd name="connsiteX14" fmla="*/ 446131 w 448462"/>
              <a:gd name="connsiteY14" fmla="*/ 1866 h 392491"/>
              <a:gd name="connsiteX15" fmla="*/ 447530 w 448462"/>
              <a:gd name="connsiteY15" fmla="*/ 3615 h 392491"/>
              <a:gd name="connsiteX16" fmla="*/ 448346 w 448462"/>
              <a:gd name="connsiteY16" fmla="*/ 5714 h 392491"/>
              <a:gd name="connsiteX17" fmla="*/ 448462 w 448462"/>
              <a:gd name="connsiteY17" fmla="*/ 7696 h 392491"/>
              <a:gd name="connsiteX18" fmla="*/ 447879 w 448462"/>
              <a:gd name="connsiteY18" fmla="*/ 9911 h 392491"/>
              <a:gd name="connsiteX19" fmla="*/ 307990 w 448462"/>
              <a:gd name="connsiteY19" fmla="*/ 362641 h 392491"/>
              <a:gd name="connsiteX20" fmla="*/ 306708 w 448462"/>
              <a:gd name="connsiteY20" fmla="*/ 364973 h 392491"/>
              <a:gd name="connsiteX21" fmla="*/ 305076 w 448462"/>
              <a:gd name="connsiteY21" fmla="*/ 366955 h 392491"/>
              <a:gd name="connsiteX22" fmla="*/ 303094 w 448462"/>
              <a:gd name="connsiteY22" fmla="*/ 368588 h 392491"/>
              <a:gd name="connsiteX23" fmla="*/ 300646 w 448462"/>
              <a:gd name="connsiteY23" fmla="*/ 369870 h 392491"/>
              <a:gd name="connsiteX24" fmla="*/ 298314 w 448462"/>
              <a:gd name="connsiteY24" fmla="*/ 370570 h 392491"/>
              <a:gd name="connsiteX25" fmla="*/ 295983 w 448462"/>
              <a:gd name="connsiteY25" fmla="*/ 370803 h 392491"/>
              <a:gd name="connsiteX26" fmla="*/ 293068 w 448462"/>
              <a:gd name="connsiteY26" fmla="*/ 370453 h 392491"/>
              <a:gd name="connsiteX27" fmla="*/ 290387 w 448462"/>
              <a:gd name="connsiteY27" fmla="*/ 369404 h 392491"/>
              <a:gd name="connsiteX28" fmla="*/ 148982 w 448462"/>
              <a:gd name="connsiteY28" fmla="*/ 302123 h 392491"/>
              <a:gd name="connsiteX29" fmla="*/ 347858 w 448462"/>
              <a:gd name="connsiteY29" fmla="*/ 102379 h 392491"/>
              <a:gd name="connsiteX30" fmla="*/ 120771 w 448462"/>
              <a:gd name="connsiteY30" fmla="*/ 288830 h 392491"/>
              <a:gd name="connsiteX31" fmla="*/ 7344 w 448462"/>
              <a:gd name="connsiteY31" fmla="*/ 234842 h 392491"/>
              <a:gd name="connsiteX32" fmla="*/ 4896 w 448462"/>
              <a:gd name="connsiteY32" fmla="*/ 233209 h 392491"/>
              <a:gd name="connsiteX33" fmla="*/ 2798 w 448462"/>
              <a:gd name="connsiteY33" fmla="*/ 231227 h 392491"/>
              <a:gd name="connsiteX34" fmla="*/ 1282 w 448462"/>
              <a:gd name="connsiteY34" fmla="*/ 228895 h 392491"/>
              <a:gd name="connsiteX35" fmla="*/ 349 w 448462"/>
              <a:gd name="connsiteY35" fmla="*/ 226213 h 392491"/>
              <a:gd name="connsiteX36" fmla="*/ 0 w 448462"/>
              <a:gd name="connsiteY36" fmla="*/ 223298 h 392491"/>
              <a:gd name="connsiteX37" fmla="*/ 233 w 448462"/>
              <a:gd name="connsiteY37" fmla="*/ 220499 h 392491"/>
              <a:gd name="connsiteX38" fmla="*/ 1165 w 448462"/>
              <a:gd name="connsiteY38" fmla="*/ 217701 h 392491"/>
              <a:gd name="connsiteX39" fmla="*/ 2681 w 448462"/>
              <a:gd name="connsiteY39" fmla="*/ 215252 h 392491"/>
              <a:gd name="connsiteX40" fmla="*/ 4779 w 448462"/>
              <a:gd name="connsiteY40" fmla="*/ 213270 h 392491"/>
              <a:gd name="connsiteX41" fmla="*/ 7227 w 448462"/>
              <a:gd name="connsiteY41" fmla="*/ 211754 h 392491"/>
              <a:gd name="connsiteX42" fmla="*/ 437971 w 448462"/>
              <a:gd name="connsiteY42" fmla="*/ 583 h 392491"/>
              <a:gd name="connsiteX43" fmla="*/ 439603 w 448462"/>
              <a:gd name="connsiteY43" fmla="*/ 117 h 39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48462" h="392491">
                <a:moveTo>
                  <a:pt x="149021" y="328125"/>
                </a:moveTo>
                <a:lnTo>
                  <a:pt x="210588" y="357224"/>
                </a:lnTo>
                <a:lnTo>
                  <a:pt x="160375" y="391211"/>
                </a:lnTo>
                <a:lnTo>
                  <a:pt x="158502" y="392025"/>
                </a:lnTo>
                <a:lnTo>
                  <a:pt x="156629" y="392491"/>
                </a:lnTo>
                <a:lnTo>
                  <a:pt x="154757" y="392375"/>
                </a:lnTo>
                <a:lnTo>
                  <a:pt x="153001" y="391676"/>
                </a:lnTo>
                <a:lnTo>
                  <a:pt x="151362" y="390396"/>
                </a:lnTo>
                <a:lnTo>
                  <a:pt x="150075" y="388883"/>
                </a:lnTo>
                <a:lnTo>
                  <a:pt x="149255" y="387137"/>
                </a:lnTo>
                <a:lnTo>
                  <a:pt x="149021" y="385158"/>
                </a:lnTo>
                <a:close/>
                <a:moveTo>
                  <a:pt x="441235" y="0"/>
                </a:moveTo>
                <a:lnTo>
                  <a:pt x="442983" y="233"/>
                </a:lnTo>
                <a:lnTo>
                  <a:pt x="444615" y="816"/>
                </a:lnTo>
                <a:lnTo>
                  <a:pt x="446131" y="1866"/>
                </a:lnTo>
                <a:lnTo>
                  <a:pt x="447530" y="3615"/>
                </a:lnTo>
                <a:lnTo>
                  <a:pt x="448346" y="5714"/>
                </a:lnTo>
                <a:lnTo>
                  <a:pt x="448462" y="7696"/>
                </a:lnTo>
                <a:lnTo>
                  <a:pt x="447879" y="9911"/>
                </a:lnTo>
                <a:lnTo>
                  <a:pt x="307990" y="362641"/>
                </a:lnTo>
                <a:lnTo>
                  <a:pt x="306708" y="364973"/>
                </a:lnTo>
                <a:lnTo>
                  <a:pt x="305076" y="366955"/>
                </a:lnTo>
                <a:lnTo>
                  <a:pt x="303094" y="368588"/>
                </a:lnTo>
                <a:lnTo>
                  <a:pt x="300646" y="369870"/>
                </a:lnTo>
                <a:lnTo>
                  <a:pt x="298314" y="370570"/>
                </a:lnTo>
                <a:lnTo>
                  <a:pt x="295983" y="370803"/>
                </a:lnTo>
                <a:lnTo>
                  <a:pt x="293068" y="370453"/>
                </a:lnTo>
                <a:lnTo>
                  <a:pt x="290387" y="369404"/>
                </a:lnTo>
                <a:lnTo>
                  <a:pt x="148982" y="302123"/>
                </a:lnTo>
                <a:lnTo>
                  <a:pt x="347858" y="102379"/>
                </a:lnTo>
                <a:lnTo>
                  <a:pt x="120771" y="288830"/>
                </a:lnTo>
                <a:lnTo>
                  <a:pt x="7344" y="234842"/>
                </a:lnTo>
                <a:lnTo>
                  <a:pt x="4896" y="233209"/>
                </a:lnTo>
                <a:lnTo>
                  <a:pt x="2798" y="231227"/>
                </a:lnTo>
                <a:lnTo>
                  <a:pt x="1282" y="228895"/>
                </a:lnTo>
                <a:lnTo>
                  <a:pt x="349" y="226213"/>
                </a:lnTo>
                <a:lnTo>
                  <a:pt x="0" y="223298"/>
                </a:lnTo>
                <a:lnTo>
                  <a:pt x="233" y="220499"/>
                </a:lnTo>
                <a:lnTo>
                  <a:pt x="1165" y="217701"/>
                </a:lnTo>
                <a:lnTo>
                  <a:pt x="2681" y="215252"/>
                </a:lnTo>
                <a:lnTo>
                  <a:pt x="4779" y="213270"/>
                </a:lnTo>
                <a:lnTo>
                  <a:pt x="7227" y="211754"/>
                </a:lnTo>
                <a:lnTo>
                  <a:pt x="437971" y="583"/>
                </a:lnTo>
                <a:lnTo>
                  <a:pt x="439603" y="117"/>
                </a:lnTo>
                <a:close/>
              </a:path>
            </a:pathLst>
          </a:custGeom>
          <a:solidFill>
            <a:srgbClr val="8A6E5B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7" name="직사각형 66"/>
          <p:cNvSpPr/>
          <p:nvPr/>
        </p:nvSpPr>
        <p:spPr>
          <a:xfrm>
            <a:off x="2024427" y="2642976"/>
            <a:ext cx="3276967" cy="9799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맛집 및 칵테일 추천</a:t>
            </a:r>
            <a:endParaRPr lang="en-US" altLang="ko-KR" sz="1600" b="1" dirty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prstClr val="black">
                    <a:lumMod val="65000"/>
                    <a:lumOff val="35000"/>
                  </a:prstClr>
                </a:solidFill>
              </a:rPr>
              <a:t>위치</a:t>
            </a:r>
            <a:r>
              <a:rPr lang="en-US" altLang="ko-KR" sz="1200" dirty="0">
                <a:solidFill>
                  <a:prstClr val="black">
                    <a:lumMod val="65000"/>
                    <a:lumOff val="35000"/>
                  </a:prstClr>
                </a:solidFill>
              </a:rPr>
              <a:t>, </a:t>
            </a:r>
            <a:r>
              <a:rPr lang="ko-KR" altLang="en-US" sz="1200" dirty="0">
                <a:solidFill>
                  <a:prstClr val="black">
                    <a:lumMod val="65000"/>
                    <a:lumOff val="35000"/>
                  </a:prstClr>
                </a:solidFill>
              </a:rPr>
              <a:t>날짜에 따른 맛집 및 칵테일 추천</a:t>
            </a:r>
            <a:endParaRPr lang="en-US" altLang="ko-KR" sz="1200" dirty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prstClr val="black">
                    <a:lumMod val="65000"/>
                    <a:lumOff val="35000"/>
                  </a:prstClr>
                </a:solidFill>
              </a:rPr>
              <a:t>서비스</a:t>
            </a:r>
            <a:endParaRPr lang="ko-KR" altLang="en-US" sz="900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9" name="직사각형 68"/>
          <p:cNvSpPr/>
          <p:nvPr/>
        </p:nvSpPr>
        <p:spPr>
          <a:xfrm>
            <a:off x="1269644" y="3017219"/>
            <a:ext cx="42191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</a:rPr>
              <a:t>01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70" name="직사각형 69"/>
          <p:cNvSpPr/>
          <p:nvPr/>
        </p:nvSpPr>
        <p:spPr>
          <a:xfrm>
            <a:off x="2024427" y="4434143"/>
            <a:ext cx="3276967" cy="9799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칵테일 정보 제공</a:t>
            </a:r>
            <a:endParaRPr lang="en-US" altLang="ko-KR" sz="1600" b="1" dirty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prstClr val="black">
                    <a:lumMod val="65000"/>
                    <a:lumOff val="35000"/>
                  </a:prstClr>
                </a:solidFill>
              </a:rPr>
              <a:t>칵테일에 대한 구체적인 정보 및 레시피 제공</a:t>
            </a:r>
            <a:endParaRPr lang="en-US" altLang="ko-KR" sz="1200" dirty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prstClr val="black">
                    <a:lumMod val="65000"/>
                    <a:lumOff val="35000"/>
                  </a:prstClr>
                </a:solidFill>
              </a:rPr>
              <a:t>레시피에 대한 유튜브 동영상 링크 제공</a:t>
            </a:r>
            <a:endParaRPr lang="ko-KR" altLang="en-US" sz="900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71" name="직사각형 70"/>
          <p:cNvSpPr/>
          <p:nvPr/>
        </p:nvSpPr>
        <p:spPr>
          <a:xfrm>
            <a:off x="1269644" y="4808386"/>
            <a:ext cx="42191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</a:rPr>
              <a:t>03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72" name="직사각형 71"/>
          <p:cNvSpPr/>
          <p:nvPr/>
        </p:nvSpPr>
        <p:spPr>
          <a:xfrm>
            <a:off x="7225841" y="2633784"/>
            <a:ext cx="3276967" cy="9799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칵테일 바</a:t>
            </a:r>
            <a:r>
              <a:rPr lang="en-US" altLang="ko-KR" sz="16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/</a:t>
            </a:r>
            <a:r>
              <a:rPr lang="ko-KR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식당 정보</a:t>
            </a:r>
            <a:endParaRPr lang="en-US" altLang="ko-KR" sz="1600" b="1" dirty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prstClr val="black">
                    <a:lumMod val="65000"/>
                    <a:lumOff val="35000"/>
                  </a:prstClr>
                </a:solidFill>
              </a:rPr>
              <a:t>칵테일 위주의 식당 및 바의 정보만을 제공</a:t>
            </a:r>
            <a:endParaRPr lang="en-US" altLang="ko-KR" sz="1200" dirty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prstClr val="black">
                    <a:lumMod val="65000"/>
                    <a:lumOff val="35000"/>
                  </a:prstClr>
                </a:solidFill>
              </a:rPr>
              <a:t>평점 서비스 제공 </a:t>
            </a:r>
            <a:r>
              <a:rPr lang="en-US" altLang="ko-KR" sz="1200" dirty="0">
                <a:solidFill>
                  <a:prstClr val="black">
                    <a:lumMod val="65000"/>
                    <a:lumOff val="35000"/>
                  </a:prstClr>
                </a:solidFill>
              </a:rPr>
              <a:t>, </a:t>
            </a:r>
            <a:r>
              <a:rPr lang="ko-KR" altLang="en-US" sz="1200" dirty="0">
                <a:solidFill>
                  <a:prstClr val="black">
                    <a:lumMod val="65000"/>
                    <a:lumOff val="35000"/>
                  </a:prstClr>
                </a:solidFill>
              </a:rPr>
              <a:t>후기 컨텐츠 제공</a:t>
            </a:r>
            <a:endParaRPr lang="ko-KR" altLang="en-US" sz="900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6471058" y="3008027"/>
            <a:ext cx="42191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</a:rPr>
              <a:t>02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74" name="직사각형 73"/>
          <p:cNvSpPr/>
          <p:nvPr/>
        </p:nvSpPr>
        <p:spPr>
          <a:xfrm>
            <a:off x="7225840" y="4424951"/>
            <a:ext cx="3276967" cy="9799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마일리지</a:t>
            </a:r>
            <a:endParaRPr lang="en-US" altLang="ko-KR" sz="1600" b="1" dirty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prstClr val="black">
                    <a:lumMod val="65000"/>
                    <a:lumOff val="35000"/>
                  </a:prstClr>
                </a:solidFill>
              </a:rPr>
              <a:t>후기 작성을 통한 마일리지 획득</a:t>
            </a:r>
            <a:endParaRPr lang="en-US" altLang="ko-KR" sz="1200" dirty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prstClr val="black">
                    <a:lumMod val="65000"/>
                    <a:lumOff val="35000"/>
                  </a:prstClr>
                </a:solidFill>
              </a:rPr>
              <a:t>추후 마일리지 쿠폰 교환 서비스</a:t>
            </a:r>
            <a:endParaRPr lang="ko-KR" altLang="en-US" sz="900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75" name="직사각형 74"/>
          <p:cNvSpPr/>
          <p:nvPr/>
        </p:nvSpPr>
        <p:spPr>
          <a:xfrm>
            <a:off x="6471057" y="4799194"/>
            <a:ext cx="42191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600" b="1" dirty="0">
                <a:solidFill>
                  <a:srgbClr val="8A6E5B"/>
                </a:solidFill>
              </a:rPr>
              <a:t>04</a:t>
            </a:r>
            <a:endParaRPr lang="ko-KR" altLang="en-US" dirty="0">
              <a:solidFill>
                <a:srgbClr val="8A6E5B"/>
              </a:solidFill>
            </a:endParaRPr>
          </a:p>
        </p:txBody>
      </p:sp>
      <p:sp>
        <p:nvSpPr>
          <p:cNvPr id="49" name="자유형 48"/>
          <p:cNvSpPr/>
          <p:nvPr/>
        </p:nvSpPr>
        <p:spPr>
          <a:xfrm>
            <a:off x="2" y="0"/>
            <a:ext cx="12191999" cy="965200"/>
          </a:xfrm>
          <a:custGeom>
            <a:avLst/>
            <a:gdLst>
              <a:gd name="connsiteX0" fmla="*/ 0 w 12191999"/>
              <a:gd name="connsiteY0" fmla="*/ 0 h 965200"/>
              <a:gd name="connsiteX1" fmla="*/ 12191999 w 12191999"/>
              <a:gd name="connsiteY1" fmla="*/ 0 h 965200"/>
              <a:gd name="connsiteX2" fmla="*/ 12191999 w 12191999"/>
              <a:gd name="connsiteY2" fmla="*/ 621393 h 965200"/>
              <a:gd name="connsiteX3" fmla="*/ 11155972 w 12191999"/>
              <a:gd name="connsiteY3" fmla="*/ 621393 h 965200"/>
              <a:gd name="connsiteX4" fmla="*/ 11009922 w 12191999"/>
              <a:gd name="connsiteY4" fmla="*/ 767443 h 965200"/>
              <a:gd name="connsiteX5" fmla="*/ 11015966 w 12191999"/>
              <a:gd name="connsiteY5" fmla="*/ 797379 h 965200"/>
              <a:gd name="connsiteX6" fmla="*/ 9981222 w 12191999"/>
              <a:gd name="connsiteY6" fmla="*/ 797379 h 965200"/>
              <a:gd name="connsiteX7" fmla="*/ 9835172 w 12191999"/>
              <a:gd name="connsiteY7" fmla="*/ 943429 h 965200"/>
              <a:gd name="connsiteX8" fmla="*/ 9839567 w 12191999"/>
              <a:gd name="connsiteY8" fmla="*/ 965200 h 965200"/>
              <a:gd name="connsiteX9" fmla="*/ 8241580 w 12191999"/>
              <a:gd name="connsiteY9" fmla="*/ 965200 h 965200"/>
              <a:gd name="connsiteX10" fmla="*/ 8219038 w 12191999"/>
              <a:gd name="connsiteY10" fmla="*/ 931765 h 965200"/>
              <a:gd name="connsiteX11" fmla="*/ 8123462 w 12191999"/>
              <a:gd name="connsiteY11" fmla="*/ 892177 h 965200"/>
              <a:gd name="connsiteX12" fmla="*/ 5353956 w 12191999"/>
              <a:gd name="connsiteY12" fmla="*/ 892177 h 965200"/>
              <a:gd name="connsiteX13" fmla="*/ 5258380 w 12191999"/>
              <a:gd name="connsiteY13" fmla="*/ 931765 h 965200"/>
              <a:gd name="connsiteX14" fmla="*/ 5235837 w 12191999"/>
              <a:gd name="connsiteY14" fmla="*/ 965200 h 965200"/>
              <a:gd name="connsiteX15" fmla="*/ 689794 w 12191999"/>
              <a:gd name="connsiteY15" fmla="*/ 965200 h 965200"/>
              <a:gd name="connsiteX16" fmla="*/ 694190 w 12191999"/>
              <a:gd name="connsiteY16" fmla="*/ 943429 h 965200"/>
              <a:gd name="connsiteX17" fmla="*/ 548140 w 12191999"/>
              <a:gd name="connsiteY17" fmla="*/ 797379 h 965200"/>
              <a:gd name="connsiteX18" fmla="*/ 393968 w 12191999"/>
              <a:gd name="connsiteY18" fmla="*/ 797379 h 965200"/>
              <a:gd name="connsiteX19" fmla="*/ 394151 w 12191999"/>
              <a:gd name="connsiteY19" fmla="*/ 796472 h 965200"/>
              <a:gd name="connsiteX20" fmla="*/ 248101 w 12191999"/>
              <a:gd name="connsiteY20" fmla="*/ 650422 h 965200"/>
              <a:gd name="connsiteX21" fmla="*/ 0 w 12191999"/>
              <a:gd name="connsiteY21" fmla="*/ 650422 h 96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2191999" h="965200">
                <a:moveTo>
                  <a:pt x="0" y="0"/>
                </a:moveTo>
                <a:lnTo>
                  <a:pt x="12191999" y="0"/>
                </a:lnTo>
                <a:lnTo>
                  <a:pt x="12191999" y="621393"/>
                </a:lnTo>
                <a:lnTo>
                  <a:pt x="11155972" y="621393"/>
                </a:lnTo>
                <a:cubicBezTo>
                  <a:pt x="11075311" y="621393"/>
                  <a:pt x="11009922" y="686782"/>
                  <a:pt x="11009922" y="767443"/>
                </a:cubicBezTo>
                <a:lnTo>
                  <a:pt x="11015966" y="797379"/>
                </a:lnTo>
                <a:lnTo>
                  <a:pt x="9981222" y="797379"/>
                </a:lnTo>
                <a:cubicBezTo>
                  <a:pt x="9900561" y="797379"/>
                  <a:pt x="9835172" y="862768"/>
                  <a:pt x="9835172" y="943429"/>
                </a:cubicBezTo>
                <a:lnTo>
                  <a:pt x="9839567" y="965200"/>
                </a:lnTo>
                <a:lnTo>
                  <a:pt x="8241580" y="965200"/>
                </a:lnTo>
                <a:lnTo>
                  <a:pt x="8219038" y="931765"/>
                </a:lnTo>
                <a:cubicBezTo>
                  <a:pt x="8194578" y="907305"/>
                  <a:pt x="8160787" y="892177"/>
                  <a:pt x="8123462" y="892177"/>
                </a:cubicBezTo>
                <a:lnTo>
                  <a:pt x="5353956" y="892177"/>
                </a:lnTo>
                <a:cubicBezTo>
                  <a:pt x="5316631" y="892177"/>
                  <a:pt x="5282840" y="907305"/>
                  <a:pt x="5258380" y="931765"/>
                </a:cubicBezTo>
                <a:lnTo>
                  <a:pt x="5235837" y="965200"/>
                </a:lnTo>
                <a:lnTo>
                  <a:pt x="689794" y="965200"/>
                </a:lnTo>
                <a:lnTo>
                  <a:pt x="694190" y="943429"/>
                </a:lnTo>
                <a:cubicBezTo>
                  <a:pt x="694190" y="862768"/>
                  <a:pt x="628801" y="797379"/>
                  <a:pt x="548140" y="797379"/>
                </a:cubicBezTo>
                <a:lnTo>
                  <a:pt x="393968" y="797379"/>
                </a:lnTo>
                <a:lnTo>
                  <a:pt x="394151" y="796472"/>
                </a:lnTo>
                <a:cubicBezTo>
                  <a:pt x="394151" y="715811"/>
                  <a:pt x="328762" y="650422"/>
                  <a:pt x="248101" y="650422"/>
                </a:cubicBezTo>
                <a:lnTo>
                  <a:pt x="0" y="650422"/>
                </a:lnTo>
                <a:close/>
              </a:path>
            </a:pathLst>
          </a:custGeom>
          <a:solidFill>
            <a:srgbClr val="8CD3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2">
              <a:lnSpc>
                <a:spcPct val="150000"/>
              </a:lnSpc>
            </a:pPr>
            <a:r>
              <a:rPr lang="en-US" altLang="ko-KR" sz="1600" i="1" dirty="0">
                <a:solidFill>
                  <a:prstClr val="white"/>
                </a:solidFill>
              </a:rPr>
              <a:t>Cocktail </a:t>
            </a:r>
            <a:r>
              <a:rPr lang="en-US" altLang="ko-KR" sz="2000" b="1" i="1" dirty="0">
                <a:solidFill>
                  <a:prstClr val="white"/>
                </a:solidFill>
              </a:rPr>
              <a:t>APPLICATION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BE4AA6-A102-46A0-B5C4-0360C2C46A13}"/>
              </a:ext>
            </a:extLst>
          </p:cNvPr>
          <p:cNvSpPr txBox="1"/>
          <p:nvPr/>
        </p:nvSpPr>
        <p:spPr>
          <a:xfrm>
            <a:off x="1516109" y="990498"/>
            <a:ext cx="39152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App</a:t>
            </a:r>
            <a:r>
              <a:rPr lang="ko-KR" altLang="en-US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의 주요 기능</a:t>
            </a:r>
          </a:p>
        </p:txBody>
      </p:sp>
    </p:spTree>
    <p:extLst>
      <p:ext uri="{BB962C8B-B14F-4D97-AF65-F5344CB8AC3E}">
        <p14:creationId xmlns:p14="http://schemas.microsoft.com/office/powerpoint/2010/main" val="4074572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자유형 48"/>
          <p:cNvSpPr/>
          <p:nvPr/>
        </p:nvSpPr>
        <p:spPr>
          <a:xfrm>
            <a:off x="2" y="0"/>
            <a:ext cx="12191999" cy="965200"/>
          </a:xfrm>
          <a:custGeom>
            <a:avLst/>
            <a:gdLst>
              <a:gd name="connsiteX0" fmla="*/ 0 w 12191999"/>
              <a:gd name="connsiteY0" fmla="*/ 0 h 965200"/>
              <a:gd name="connsiteX1" fmla="*/ 12191999 w 12191999"/>
              <a:gd name="connsiteY1" fmla="*/ 0 h 965200"/>
              <a:gd name="connsiteX2" fmla="*/ 12191999 w 12191999"/>
              <a:gd name="connsiteY2" fmla="*/ 621393 h 965200"/>
              <a:gd name="connsiteX3" fmla="*/ 11155972 w 12191999"/>
              <a:gd name="connsiteY3" fmla="*/ 621393 h 965200"/>
              <a:gd name="connsiteX4" fmla="*/ 11009922 w 12191999"/>
              <a:gd name="connsiteY4" fmla="*/ 767443 h 965200"/>
              <a:gd name="connsiteX5" fmla="*/ 11015966 w 12191999"/>
              <a:gd name="connsiteY5" fmla="*/ 797379 h 965200"/>
              <a:gd name="connsiteX6" fmla="*/ 9981222 w 12191999"/>
              <a:gd name="connsiteY6" fmla="*/ 797379 h 965200"/>
              <a:gd name="connsiteX7" fmla="*/ 9835172 w 12191999"/>
              <a:gd name="connsiteY7" fmla="*/ 943429 h 965200"/>
              <a:gd name="connsiteX8" fmla="*/ 9839567 w 12191999"/>
              <a:gd name="connsiteY8" fmla="*/ 965200 h 965200"/>
              <a:gd name="connsiteX9" fmla="*/ 8241580 w 12191999"/>
              <a:gd name="connsiteY9" fmla="*/ 965200 h 965200"/>
              <a:gd name="connsiteX10" fmla="*/ 8219038 w 12191999"/>
              <a:gd name="connsiteY10" fmla="*/ 931765 h 965200"/>
              <a:gd name="connsiteX11" fmla="*/ 8123462 w 12191999"/>
              <a:gd name="connsiteY11" fmla="*/ 892177 h 965200"/>
              <a:gd name="connsiteX12" fmla="*/ 5353956 w 12191999"/>
              <a:gd name="connsiteY12" fmla="*/ 892177 h 965200"/>
              <a:gd name="connsiteX13" fmla="*/ 5258380 w 12191999"/>
              <a:gd name="connsiteY13" fmla="*/ 931765 h 965200"/>
              <a:gd name="connsiteX14" fmla="*/ 5235837 w 12191999"/>
              <a:gd name="connsiteY14" fmla="*/ 965200 h 965200"/>
              <a:gd name="connsiteX15" fmla="*/ 689794 w 12191999"/>
              <a:gd name="connsiteY15" fmla="*/ 965200 h 965200"/>
              <a:gd name="connsiteX16" fmla="*/ 694190 w 12191999"/>
              <a:gd name="connsiteY16" fmla="*/ 943429 h 965200"/>
              <a:gd name="connsiteX17" fmla="*/ 548140 w 12191999"/>
              <a:gd name="connsiteY17" fmla="*/ 797379 h 965200"/>
              <a:gd name="connsiteX18" fmla="*/ 393968 w 12191999"/>
              <a:gd name="connsiteY18" fmla="*/ 797379 h 965200"/>
              <a:gd name="connsiteX19" fmla="*/ 394151 w 12191999"/>
              <a:gd name="connsiteY19" fmla="*/ 796472 h 965200"/>
              <a:gd name="connsiteX20" fmla="*/ 248101 w 12191999"/>
              <a:gd name="connsiteY20" fmla="*/ 650422 h 965200"/>
              <a:gd name="connsiteX21" fmla="*/ 0 w 12191999"/>
              <a:gd name="connsiteY21" fmla="*/ 650422 h 96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2191999" h="965200">
                <a:moveTo>
                  <a:pt x="0" y="0"/>
                </a:moveTo>
                <a:lnTo>
                  <a:pt x="12191999" y="0"/>
                </a:lnTo>
                <a:lnTo>
                  <a:pt x="12191999" y="621393"/>
                </a:lnTo>
                <a:lnTo>
                  <a:pt x="11155972" y="621393"/>
                </a:lnTo>
                <a:cubicBezTo>
                  <a:pt x="11075311" y="621393"/>
                  <a:pt x="11009922" y="686782"/>
                  <a:pt x="11009922" y="767443"/>
                </a:cubicBezTo>
                <a:lnTo>
                  <a:pt x="11015966" y="797379"/>
                </a:lnTo>
                <a:lnTo>
                  <a:pt x="9981222" y="797379"/>
                </a:lnTo>
                <a:cubicBezTo>
                  <a:pt x="9900561" y="797379"/>
                  <a:pt x="9835172" y="862768"/>
                  <a:pt x="9835172" y="943429"/>
                </a:cubicBezTo>
                <a:lnTo>
                  <a:pt x="9839567" y="965200"/>
                </a:lnTo>
                <a:lnTo>
                  <a:pt x="8241580" y="965200"/>
                </a:lnTo>
                <a:lnTo>
                  <a:pt x="8219038" y="931765"/>
                </a:lnTo>
                <a:cubicBezTo>
                  <a:pt x="8194578" y="907305"/>
                  <a:pt x="8160787" y="892177"/>
                  <a:pt x="8123462" y="892177"/>
                </a:cubicBezTo>
                <a:lnTo>
                  <a:pt x="5353956" y="892177"/>
                </a:lnTo>
                <a:cubicBezTo>
                  <a:pt x="5316631" y="892177"/>
                  <a:pt x="5282840" y="907305"/>
                  <a:pt x="5258380" y="931765"/>
                </a:cubicBezTo>
                <a:lnTo>
                  <a:pt x="5235837" y="965200"/>
                </a:lnTo>
                <a:lnTo>
                  <a:pt x="689794" y="965200"/>
                </a:lnTo>
                <a:lnTo>
                  <a:pt x="694190" y="943429"/>
                </a:lnTo>
                <a:cubicBezTo>
                  <a:pt x="694190" y="862768"/>
                  <a:pt x="628801" y="797379"/>
                  <a:pt x="548140" y="797379"/>
                </a:cubicBezTo>
                <a:lnTo>
                  <a:pt x="393968" y="797379"/>
                </a:lnTo>
                <a:lnTo>
                  <a:pt x="394151" y="796472"/>
                </a:lnTo>
                <a:cubicBezTo>
                  <a:pt x="394151" y="715811"/>
                  <a:pt x="328762" y="650422"/>
                  <a:pt x="248101" y="650422"/>
                </a:cubicBezTo>
                <a:lnTo>
                  <a:pt x="0" y="650422"/>
                </a:lnTo>
                <a:close/>
              </a:path>
            </a:pathLst>
          </a:custGeom>
          <a:solidFill>
            <a:srgbClr val="8CD3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2">
              <a:lnSpc>
                <a:spcPct val="150000"/>
              </a:lnSpc>
            </a:pPr>
            <a:r>
              <a:rPr lang="en-US" altLang="ko-KR" sz="1600" i="1" dirty="0">
                <a:solidFill>
                  <a:prstClr val="white"/>
                </a:solidFill>
              </a:rPr>
              <a:t>Cocktail </a:t>
            </a:r>
            <a:r>
              <a:rPr lang="en-US" altLang="ko-KR" sz="2000" b="1" i="1" dirty="0">
                <a:solidFill>
                  <a:prstClr val="white"/>
                </a:solidFill>
              </a:rPr>
              <a:t>APPLICATION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BE4AA6-A102-46A0-B5C4-0360C2C46A13}"/>
              </a:ext>
            </a:extLst>
          </p:cNvPr>
          <p:cNvSpPr txBox="1"/>
          <p:nvPr/>
        </p:nvSpPr>
        <p:spPr>
          <a:xfrm>
            <a:off x="1516109" y="990498"/>
            <a:ext cx="39152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App</a:t>
            </a:r>
            <a:r>
              <a:rPr lang="ko-KR" altLang="en-US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의 흐름도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9F18D0B-A3FF-4EC4-8DBA-F473B66DE5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761" y="1731146"/>
            <a:ext cx="11256886" cy="5012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3899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자유형 48"/>
          <p:cNvSpPr/>
          <p:nvPr/>
        </p:nvSpPr>
        <p:spPr>
          <a:xfrm>
            <a:off x="2" y="0"/>
            <a:ext cx="12191999" cy="965200"/>
          </a:xfrm>
          <a:custGeom>
            <a:avLst/>
            <a:gdLst>
              <a:gd name="connsiteX0" fmla="*/ 0 w 12191999"/>
              <a:gd name="connsiteY0" fmla="*/ 0 h 965200"/>
              <a:gd name="connsiteX1" fmla="*/ 12191999 w 12191999"/>
              <a:gd name="connsiteY1" fmla="*/ 0 h 965200"/>
              <a:gd name="connsiteX2" fmla="*/ 12191999 w 12191999"/>
              <a:gd name="connsiteY2" fmla="*/ 621393 h 965200"/>
              <a:gd name="connsiteX3" fmla="*/ 11155972 w 12191999"/>
              <a:gd name="connsiteY3" fmla="*/ 621393 h 965200"/>
              <a:gd name="connsiteX4" fmla="*/ 11009922 w 12191999"/>
              <a:gd name="connsiteY4" fmla="*/ 767443 h 965200"/>
              <a:gd name="connsiteX5" fmla="*/ 11015966 w 12191999"/>
              <a:gd name="connsiteY5" fmla="*/ 797379 h 965200"/>
              <a:gd name="connsiteX6" fmla="*/ 9981222 w 12191999"/>
              <a:gd name="connsiteY6" fmla="*/ 797379 h 965200"/>
              <a:gd name="connsiteX7" fmla="*/ 9835172 w 12191999"/>
              <a:gd name="connsiteY7" fmla="*/ 943429 h 965200"/>
              <a:gd name="connsiteX8" fmla="*/ 9839567 w 12191999"/>
              <a:gd name="connsiteY8" fmla="*/ 965200 h 965200"/>
              <a:gd name="connsiteX9" fmla="*/ 8241580 w 12191999"/>
              <a:gd name="connsiteY9" fmla="*/ 965200 h 965200"/>
              <a:gd name="connsiteX10" fmla="*/ 8219038 w 12191999"/>
              <a:gd name="connsiteY10" fmla="*/ 931765 h 965200"/>
              <a:gd name="connsiteX11" fmla="*/ 8123462 w 12191999"/>
              <a:gd name="connsiteY11" fmla="*/ 892177 h 965200"/>
              <a:gd name="connsiteX12" fmla="*/ 5353956 w 12191999"/>
              <a:gd name="connsiteY12" fmla="*/ 892177 h 965200"/>
              <a:gd name="connsiteX13" fmla="*/ 5258380 w 12191999"/>
              <a:gd name="connsiteY13" fmla="*/ 931765 h 965200"/>
              <a:gd name="connsiteX14" fmla="*/ 5235837 w 12191999"/>
              <a:gd name="connsiteY14" fmla="*/ 965200 h 965200"/>
              <a:gd name="connsiteX15" fmla="*/ 689794 w 12191999"/>
              <a:gd name="connsiteY15" fmla="*/ 965200 h 965200"/>
              <a:gd name="connsiteX16" fmla="*/ 694190 w 12191999"/>
              <a:gd name="connsiteY16" fmla="*/ 943429 h 965200"/>
              <a:gd name="connsiteX17" fmla="*/ 548140 w 12191999"/>
              <a:gd name="connsiteY17" fmla="*/ 797379 h 965200"/>
              <a:gd name="connsiteX18" fmla="*/ 393968 w 12191999"/>
              <a:gd name="connsiteY18" fmla="*/ 797379 h 965200"/>
              <a:gd name="connsiteX19" fmla="*/ 394151 w 12191999"/>
              <a:gd name="connsiteY19" fmla="*/ 796472 h 965200"/>
              <a:gd name="connsiteX20" fmla="*/ 248101 w 12191999"/>
              <a:gd name="connsiteY20" fmla="*/ 650422 h 965200"/>
              <a:gd name="connsiteX21" fmla="*/ 0 w 12191999"/>
              <a:gd name="connsiteY21" fmla="*/ 650422 h 96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2191999" h="965200">
                <a:moveTo>
                  <a:pt x="0" y="0"/>
                </a:moveTo>
                <a:lnTo>
                  <a:pt x="12191999" y="0"/>
                </a:lnTo>
                <a:lnTo>
                  <a:pt x="12191999" y="621393"/>
                </a:lnTo>
                <a:lnTo>
                  <a:pt x="11155972" y="621393"/>
                </a:lnTo>
                <a:cubicBezTo>
                  <a:pt x="11075311" y="621393"/>
                  <a:pt x="11009922" y="686782"/>
                  <a:pt x="11009922" y="767443"/>
                </a:cubicBezTo>
                <a:lnTo>
                  <a:pt x="11015966" y="797379"/>
                </a:lnTo>
                <a:lnTo>
                  <a:pt x="9981222" y="797379"/>
                </a:lnTo>
                <a:cubicBezTo>
                  <a:pt x="9900561" y="797379"/>
                  <a:pt x="9835172" y="862768"/>
                  <a:pt x="9835172" y="943429"/>
                </a:cubicBezTo>
                <a:lnTo>
                  <a:pt x="9839567" y="965200"/>
                </a:lnTo>
                <a:lnTo>
                  <a:pt x="8241580" y="965200"/>
                </a:lnTo>
                <a:lnTo>
                  <a:pt x="8219038" y="931765"/>
                </a:lnTo>
                <a:cubicBezTo>
                  <a:pt x="8194578" y="907305"/>
                  <a:pt x="8160787" y="892177"/>
                  <a:pt x="8123462" y="892177"/>
                </a:cubicBezTo>
                <a:lnTo>
                  <a:pt x="5353956" y="892177"/>
                </a:lnTo>
                <a:cubicBezTo>
                  <a:pt x="5316631" y="892177"/>
                  <a:pt x="5282840" y="907305"/>
                  <a:pt x="5258380" y="931765"/>
                </a:cubicBezTo>
                <a:lnTo>
                  <a:pt x="5235837" y="965200"/>
                </a:lnTo>
                <a:lnTo>
                  <a:pt x="689794" y="965200"/>
                </a:lnTo>
                <a:lnTo>
                  <a:pt x="694190" y="943429"/>
                </a:lnTo>
                <a:cubicBezTo>
                  <a:pt x="694190" y="862768"/>
                  <a:pt x="628801" y="797379"/>
                  <a:pt x="548140" y="797379"/>
                </a:cubicBezTo>
                <a:lnTo>
                  <a:pt x="393968" y="797379"/>
                </a:lnTo>
                <a:lnTo>
                  <a:pt x="394151" y="796472"/>
                </a:lnTo>
                <a:cubicBezTo>
                  <a:pt x="394151" y="715811"/>
                  <a:pt x="328762" y="650422"/>
                  <a:pt x="248101" y="650422"/>
                </a:cubicBezTo>
                <a:lnTo>
                  <a:pt x="0" y="650422"/>
                </a:lnTo>
                <a:close/>
              </a:path>
            </a:pathLst>
          </a:custGeom>
          <a:solidFill>
            <a:srgbClr val="8CD3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2">
              <a:lnSpc>
                <a:spcPct val="150000"/>
              </a:lnSpc>
            </a:pPr>
            <a:r>
              <a:rPr lang="en-US" altLang="ko-KR" sz="1600" i="1" dirty="0">
                <a:solidFill>
                  <a:prstClr val="white"/>
                </a:solidFill>
              </a:rPr>
              <a:t>Cocktail </a:t>
            </a:r>
            <a:r>
              <a:rPr lang="en-US" altLang="ko-KR" sz="2000" b="1" i="1" dirty="0">
                <a:solidFill>
                  <a:prstClr val="white"/>
                </a:solidFill>
              </a:rPr>
              <a:t>APPLICATION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BE4AA6-A102-46A0-B5C4-0360C2C46A13}"/>
              </a:ext>
            </a:extLst>
          </p:cNvPr>
          <p:cNvSpPr txBox="1"/>
          <p:nvPr/>
        </p:nvSpPr>
        <p:spPr>
          <a:xfrm>
            <a:off x="1516109" y="990498"/>
            <a:ext cx="63809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App</a:t>
            </a:r>
            <a:r>
              <a:rPr lang="ko-KR" altLang="en-US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의 </a:t>
            </a:r>
            <a:r>
              <a:rPr lang="en-US" altLang="ko-KR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UI //Main</a:t>
            </a:r>
            <a:r>
              <a:rPr lang="ko-KR" altLang="en-US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화면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8C9CF0A-ABB4-4EFA-9D84-4739700D50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6109" y="1662127"/>
            <a:ext cx="4067175" cy="5029618"/>
          </a:xfrm>
          <a:prstGeom prst="rect">
            <a:avLst/>
          </a:prstGeom>
        </p:spPr>
      </p:pic>
      <p:grpSp>
        <p:nvGrpSpPr>
          <p:cNvPr id="23" name="그룹 22">
            <a:extLst>
              <a:ext uri="{FF2B5EF4-FFF2-40B4-BE49-F238E27FC236}">
                <a16:creationId xmlns:a16="http://schemas.microsoft.com/office/drawing/2014/main" id="{1E007B05-EFE8-4D80-8F7B-C34A69DDC89C}"/>
              </a:ext>
            </a:extLst>
          </p:cNvPr>
          <p:cNvGrpSpPr/>
          <p:nvPr/>
        </p:nvGrpSpPr>
        <p:grpSpPr>
          <a:xfrm>
            <a:off x="6608718" y="3429000"/>
            <a:ext cx="4355191" cy="1066085"/>
            <a:chOff x="990600" y="3175715"/>
            <a:chExt cx="4355191" cy="1190171"/>
          </a:xfrm>
        </p:grpSpPr>
        <p:sp>
          <p:nvSpPr>
            <p:cNvPr id="24" name="양쪽 모서리가 둥근 사각형 15">
              <a:extLst>
                <a:ext uri="{FF2B5EF4-FFF2-40B4-BE49-F238E27FC236}">
                  <a16:creationId xmlns:a16="http://schemas.microsoft.com/office/drawing/2014/main" id="{5A1B7E02-5B2A-4B7B-B5A7-0807A3AD59E9}"/>
                </a:ext>
              </a:extLst>
            </p:cNvPr>
            <p:cNvSpPr/>
            <p:nvPr/>
          </p:nvSpPr>
          <p:spPr>
            <a:xfrm rot="16200000" flipH="1">
              <a:off x="695002" y="3479738"/>
              <a:ext cx="1181746" cy="590550"/>
            </a:xfrm>
            <a:prstGeom prst="round2SameRect">
              <a:avLst>
                <a:gd name="adj1" fmla="val 32796"/>
                <a:gd name="adj2" fmla="val 0"/>
              </a:avLst>
            </a:prstGeom>
            <a:solidFill>
              <a:srgbClr val="8CD3D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모서리가 둥근 직사각형 13">
              <a:extLst>
                <a:ext uri="{FF2B5EF4-FFF2-40B4-BE49-F238E27FC236}">
                  <a16:creationId xmlns:a16="http://schemas.microsoft.com/office/drawing/2014/main" id="{860152C0-A05C-44E1-A43F-2052A08AD3A8}"/>
                </a:ext>
              </a:extLst>
            </p:cNvPr>
            <p:cNvSpPr/>
            <p:nvPr/>
          </p:nvSpPr>
          <p:spPr>
            <a:xfrm>
              <a:off x="990600" y="3175715"/>
              <a:ext cx="4355191" cy="1190171"/>
            </a:xfrm>
            <a:prstGeom prst="roundRect">
              <a:avLst/>
            </a:prstGeom>
            <a:noFill/>
            <a:ln w="28575">
              <a:solidFill>
                <a:srgbClr val="8A6E5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7B893C2B-4B2C-4EC0-B69F-7D4F4ABD64D2}"/>
              </a:ext>
            </a:extLst>
          </p:cNvPr>
          <p:cNvGrpSpPr/>
          <p:nvPr/>
        </p:nvGrpSpPr>
        <p:grpSpPr>
          <a:xfrm>
            <a:off x="6775250" y="3204084"/>
            <a:ext cx="273418" cy="459867"/>
            <a:chOff x="1169832" y="3026999"/>
            <a:chExt cx="273418" cy="459867"/>
          </a:xfrm>
        </p:grpSpPr>
        <p:sp>
          <p:nvSpPr>
            <p:cNvPr id="27" name="모서리가 둥근 직사각형 21">
              <a:extLst>
                <a:ext uri="{FF2B5EF4-FFF2-40B4-BE49-F238E27FC236}">
                  <a16:creationId xmlns:a16="http://schemas.microsoft.com/office/drawing/2014/main" id="{7D634163-296F-4A56-ACF5-96C80B74A528}"/>
                </a:ext>
              </a:extLst>
            </p:cNvPr>
            <p:cNvSpPr/>
            <p:nvPr/>
          </p:nvSpPr>
          <p:spPr>
            <a:xfrm>
              <a:off x="1169832" y="3027000"/>
              <a:ext cx="273418" cy="459866"/>
            </a:xfrm>
            <a:prstGeom prst="roundRect">
              <a:avLst/>
            </a:prstGeom>
            <a:solidFill>
              <a:srgbClr val="FFFBE8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Freeform 36">
              <a:extLst>
                <a:ext uri="{FF2B5EF4-FFF2-40B4-BE49-F238E27FC236}">
                  <a16:creationId xmlns:a16="http://schemas.microsoft.com/office/drawing/2014/main" id="{3F1D8EA4-7DBF-4B89-8B9F-5184F849687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69832" y="3026999"/>
              <a:ext cx="273418" cy="459866"/>
            </a:xfrm>
            <a:custGeom>
              <a:avLst/>
              <a:gdLst>
                <a:gd name="T0" fmla="*/ 937 w 1926"/>
                <a:gd name="T1" fmla="*/ 3639 h 4045"/>
                <a:gd name="T2" fmla="*/ 893 w 1926"/>
                <a:gd name="T3" fmla="*/ 3665 h 4045"/>
                <a:gd name="T4" fmla="*/ 863 w 1926"/>
                <a:gd name="T5" fmla="*/ 3712 h 4045"/>
                <a:gd name="T6" fmla="*/ 851 w 1926"/>
                <a:gd name="T7" fmla="*/ 3772 h 4045"/>
                <a:gd name="T8" fmla="*/ 863 w 1926"/>
                <a:gd name="T9" fmla="*/ 3832 h 4045"/>
                <a:gd name="T10" fmla="*/ 893 w 1926"/>
                <a:gd name="T11" fmla="*/ 3878 h 4045"/>
                <a:gd name="T12" fmla="*/ 937 w 1926"/>
                <a:gd name="T13" fmla="*/ 3905 h 4045"/>
                <a:gd name="T14" fmla="*/ 988 w 1926"/>
                <a:gd name="T15" fmla="*/ 3905 h 4045"/>
                <a:gd name="T16" fmla="*/ 1033 w 1926"/>
                <a:gd name="T17" fmla="*/ 3878 h 4045"/>
                <a:gd name="T18" fmla="*/ 1064 w 1926"/>
                <a:gd name="T19" fmla="*/ 3832 h 4045"/>
                <a:gd name="T20" fmla="*/ 1075 w 1926"/>
                <a:gd name="T21" fmla="*/ 3772 h 4045"/>
                <a:gd name="T22" fmla="*/ 1064 w 1926"/>
                <a:gd name="T23" fmla="*/ 3712 h 4045"/>
                <a:gd name="T24" fmla="*/ 1033 w 1926"/>
                <a:gd name="T25" fmla="*/ 3665 h 4045"/>
                <a:gd name="T26" fmla="*/ 988 w 1926"/>
                <a:gd name="T27" fmla="*/ 3639 h 4045"/>
                <a:gd name="T28" fmla="*/ 156 w 1926"/>
                <a:gd name="T29" fmla="*/ 434 h 4045"/>
                <a:gd name="T30" fmla="*/ 1770 w 1926"/>
                <a:gd name="T31" fmla="*/ 3540 h 4045"/>
                <a:gd name="T32" fmla="*/ 156 w 1926"/>
                <a:gd name="T33" fmla="*/ 434 h 4045"/>
                <a:gd name="T34" fmla="*/ 716 w 1926"/>
                <a:gd name="T35" fmla="*/ 200 h 4045"/>
                <a:gd name="T36" fmla="*/ 701 w 1926"/>
                <a:gd name="T37" fmla="*/ 217 h 4045"/>
                <a:gd name="T38" fmla="*/ 701 w 1926"/>
                <a:gd name="T39" fmla="*/ 243 h 4045"/>
                <a:gd name="T40" fmla="*/ 716 w 1926"/>
                <a:gd name="T41" fmla="*/ 260 h 4045"/>
                <a:gd name="T42" fmla="*/ 1199 w 1926"/>
                <a:gd name="T43" fmla="*/ 262 h 4045"/>
                <a:gd name="T44" fmla="*/ 1218 w 1926"/>
                <a:gd name="T45" fmla="*/ 254 h 4045"/>
                <a:gd name="T46" fmla="*/ 1226 w 1926"/>
                <a:gd name="T47" fmla="*/ 230 h 4045"/>
                <a:gd name="T48" fmla="*/ 1218 w 1926"/>
                <a:gd name="T49" fmla="*/ 207 h 4045"/>
                <a:gd name="T50" fmla="*/ 1199 w 1926"/>
                <a:gd name="T51" fmla="*/ 197 h 4045"/>
                <a:gd name="T52" fmla="*/ 224 w 1926"/>
                <a:gd name="T53" fmla="*/ 0 h 4045"/>
                <a:gd name="T54" fmla="*/ 1738 w 1926"/>
                <a:gd name="T55" fmla="*/ 4 h 4045"/>
                <a:gd name="T56" fmla="*/ 1805 w 1926"/>
                <a:gd name="T57" fmla="*/ 31 h 4045"/>
                <a:gd name="T58" fmla="*/ 1860 w 1926"/>
                <a:gd name="T59" fmla="*/ 81 h 4045"/>
                <a:gd name="T60" fmla="*/ 1900 w 1926"/>
                <a:gd name="T61" fmla="*/ 148 h 4045"/>
                <a:gd name="T62" fmla="*/ 1923 w 1926"/>
                <a:gd name="T63" fmla="*/ 229 h 4045"/>
                <a:gd name="T64" fmla="*/ 1926 w 1926"/>
                <a:gd name="T65" fmla="*/ 3772 h 4045"/>
                <a:gd name="T66" fmla="*/ 1915 w 1926"/>
                <a:gd name="T67" fmla="*/ 3857 h 4045"/>
                <a:gd name="T68" fmla="*/ 1882 w 1926"/>
                <a:gd name="T69" fmla="*/ 3932 h 4045"/>
                <a:gd name="T70" fmla="*/ 1834 w 1926"/>
                <a:gd name="T71" fmla="*/ 3992 h 4045"/>
                <a:gd name="T72" fmla="*/ 1773 w 1926"/>
                <a:gd name="T73" fmla="*/ 4032 h 4045"/>
                <a:gd name="T74" fmla="*/ 1702 w 1926"/>
                <a:gd name="T75" fmla="*/ 4045 h 4045"/>
                <a:gd name="T76" fmla="*/ 188 w 1926"/>
                <a:gd name="T77" fmla="*/ 4041 h 4045"/>
                <a:gd name="T78" fmla="*/ 122 w 1926"/>
                <a:gd name="T79" fmla="*/ 4014 h 4045"/>
                <a:gd name="T80" fmla="*/ 66 w 1926"/>
                <a:gd name="T81" fmla="*/ 3964 h 4045"/>
                <a:gd name="T82" fmla="*/ 25 w 1926"/>
                <a:gd name="T83" fmla="*/ 3897 h 4045"/>
                <a:gd name="T84" fmla="*/ 3 w 1926"/>
                <a:gd name="T85" fmla="*/ 3816 h 4045"/>
                <a:gd name="T86" fmla="*/ 0 w 1926"/>
                <a:gd name="T87" fmla="*/ 273 h 4045"/>
                <a:gd name="T88" fmla="*/ 12 w 1926"/>
                <a:gd name="T89" fmla="*/ 188 h 4045"/>
                <a:gd name="T90" fmla="*/ 43 w 1926"/>
                <a:gd name="T91" fmla="*/ 113 h 4045"/>
                <a:gd name="T92" fmla="*/ 92 w 1926"/>
                <a:gd name="T93" fmla="*/ 53 h 4045"/>
                <a:gd name="T94" fmla="*/ 154 w 1926"/>
                <a:gd name="T95" fmla="*/ 13 h 4045"/>
                <a:gd name="T96" fmla="*/ 224 w 1926"/>
                <a:gd name="T97" fmla="*/ 0 h 40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926" h="4045">
                  <a:moveTo>
                    <a:pt x="963" y="3636"/>
                  </a:moveTo>
                  <a:lnTo>
                    <a:pt x="937" y="3639"/>
                  </a:lnTo>
                  <a:lnTo>
                    <a:pt x="914" y="3649"/>
                  </a:lnTo>
                  <a:lnTo>
                    <a:pt x="893" y="3665"/>
                  </a:lnTo>
                  <a:lnTo>
                    <a:pt x="876" y="3686"/>
                  </a:lnTo>
                  <a:lnTo>
                    <a:pt x="863" y="3712"/>
                  </a:lnTo>
                  <a:lnTo>
                    <a:pt x="854" y="3741"/>
                  </a:lnTo>
                  <a:lnTo>
                    <a:pt x="851" y="3772"/>
                  </a:lnTo>
                  <a:lnTo>
                    <a:pt x="854" y="3804"/>
                  </a:lnTo>
                  <a:lnTo>
                    <a:pt x="863" y="3832"/>
                  </a:lnTo>
                  <a:lnTo>
                    <a:pt x="876" y="3857"/>
                  </a:lnTo>
                  <a:lnTo>
                    <a:pt x="893" y="3878"/>
                  </a:lnTo>
                  <a:lnTo>
                    <a:pt x="914" y="3894"/>
                  </a:lnTo>
                  <a:lnTo>
                    <a:pt x="937" y="3905"/>
                  </a:lnTo>
                  <a:lnTo>
                    <a:pt x="963" y="3909"/>
                  </a:lnTo>
                  <a:lnTo>
                    <a:pt x="988" y="3905"/>
                  </a:lnTo>
                  <a:lnTo>
                    <a:pt x="1013" y="3894"/>
                  </a:lnTo>
                  <a:lnTo>
                    <a:pt x="1033" y="3878"/>
                  </a:lnTo>
                  <a:lnTo>
                    <a:pt x="1051" y="3857"/>
                  </a:lnTo>
                  <a:lnTo>
                    <a:pt x="1064" y="3832"/>
                  </a:lnTo>
                  <a:lnTo>
                    <a:pt x="1072" y="3804"/>
                  </a:lnTo>
                  <a:lnTo>
                    <a:pt x="1075" y="3772"/>
                  </a:lnTo>
                  <a:lnTo>
                    <a:pt x="1072" y="3741"/>
                  </a:lnTo>
                  <a:lnTo>
                    <a:pt x="1064" y="3712"/>
                  </a:lnTo>
                  <a:lnTo>
                    <a:pt x="1051" y="3686"/>
                  </a:lnTo>
                  <a:lnTo>
                    <a:pt x="1033" y="3665"/>
                  </a:lnTo>
                  <a:lnTo>
                    <a:pt x="1013" y="3649"/>
                  </a:lnTo>
                  <a:lnTo>
                    <a:pt x="988" y="3639"/>
                  </a:lnTo>
                  <a:lnTo>
                    <a:pt x="963" y="3636"/>
                  </a:lnTo>
                  <a:close/>
                  <a:moveTo>
                    <a:pt x="156" y="434"/>
                  </a:moveTo>
                  <a:lnTo>
                    <a:pt x="156" y="3540"/>
                  </a:lnTo>
                  <a:lnTo>
                    <a:pt x="1770" y="3540"/>
                  </a:lnTo>
                  <a:lnTo>
                    <a:pt x="1770" y="434"/>
                  </a:lnTo>
                  <a:lnTo>
                    <a:pt x="156" y="434"/>
                  </a:lnTo>
                  <a:close/>
                  <a:moveTo>
                    <a:pt x="727" y="197"/>
                  </a:moveTo>
                  <a:lnTo>
                    <a:pt x="716" y="200"/>
                  </a:lnTo>
                  <a:lnTo>
                    <a:pt x="707" y="207"/>
                  </a:lnTo>
                  <a:lnTo>
                    <a:pt x="701" y="217"/>
                  </a:lnTo>
                  <a:lnTo>
                    <a:pt x="699" y="230"/>
                  </a:lnTo>
                  <a:lnTo>
                    <a:pt x="701" y="243"/>
                  </a:lnTo>
                  <a:lnTo>
                    <a:pt x="707" y="254"/>
                  </a:lnTo>
                  <a:lnTo>
                    <a:pt x="716" y="260"/>
                  </a:lnTo>
                  <a:lnTo>
                    <a:pt x="727" y="262"/>
                  </a:lnTo>
                  <a:lnTo>
                    <a:pt x="1199" y="262"/>
                  </a:lnTo>
                  <a:lnTo>
                    <a:pt x="1210" y="260"/>
                  </a:lnTo>
                  <a:lnTo>
                    <a:pt x="1218" y="254"/>
                  </a:lnTo>
                  <a:lnTo>
                    <a:pt x="1224" y="243"/>
                  </a:lnTo>
                  <a:lnTo>
                    <a:pt x="1226" y="230"/>
                  </a:lnTo>
                  <a:lnTo>
                    <a:pt x="1224" y="217"/>
                  </a:lnTo>
                  <a:lnTo>
                    <a:pt x="1218" y="207"/>
                  </a:lnTo>
                  <a:lnTo>
                    <a:pt x="1210" y="200"/>
                  </a:lnTo>
                  <a:lnTo>
                    <a:pt x="1199" y="197"/>
                  </a:lnTo>
                  <a:lnTo>
                    <a:pt x="727" y="197"/>
                  </a:lnTo>
                  <a:close/>
                  <a:moveTo>
                    <a:pt x="224" y="0"/>
                  </a:moveTo>
                  <a:lnTo>
                    <a:pt x="1702" y="0"/>
                  </a:lnTo>
                  <a:lnTo>
                    <a:pt x="1738" y="4"/>
                  </a:lnTo>
                  <a:lnTo>
                    <a:pt x="1773" y="13"/>
                  </a:lnTo>
                  <a:lnTo>
                    <a:pt x="1805" y="31"/>
                  </a:lnTo>
                  <a:lnTo>
                    <a:pt x="1834" y="53"/>
                  </a:lnTo>
                  <a:lnTo>
                    <a:pt x="1860" y="81"/>
                  </a:lnTo>
                  <a:lnTo>
                    <a:pt x="1882" y="113"/>
                  </a:lnTo>
                  <a:lnTo>
                    <a:pt x="1900" y="148"/>
                  </a:lnTo>
                  <a:lnTo>
                    <a:pt x="1915" y="188"/>
                  </a:lnTo>
                  <a:lnTo>
                    <a:pt x="1923" y="229"/>
                  </a:lnTo>
                  <a:lnTo>
                    <a:pt x="1926" y="273"/>
                  </a:lnTo>
                  <a:lnTo>
                    <a:pt x="1926" y="3772"/>
                  </a:lnTo>
                  <a:lnTo>
                    <a:pt x="1923" y="3816"/>
                  </a:lnTo>
                  <a:lnTo>
                    <a:pt x="1915" y="3857"/>
                  </a:lnTo>
                  <a:lnTo>
                    <a:pt x="1900" y="3897"/>
                  </a:lnTo>
                  <a:lnTo>
                    <a:pt x="1882" y="3932"/>
                  </a:lnTo>
                  <a:lnTo>
                    <a:pt x="1860" y="3964"/>
                  </a:lnTo>
                  <a:lnTo>
                    <a:pt x="1834" y="3992"/>
                  </a:lnTo>
                  <a:lnTo>
                    <a:pt x="1805" y="4014"/>
                  </a:lnTo>
                  <a:lnTo>
                    <a:pt x="1773" y="4032"/>
                  </a:lnTo>
                  <a:lnTo>
                    <a:pt x="1738" y="4041"/>
                  </a:lnTo>
                  <a:lnTo>
                    <a:pt x="1702" y="4045"/>
                  </a:lnTo>
                  <a:lnTo>
                    <a:pt x="224" y="4045"/>
                  </a:lnTo>
                  <a:lnTo>
                    <a:pt x="188" y="4041"/>
                  </a:lnTo>
                  <a:lnTo>
                    <a:pt x="154" y="4032"/>
                  </a:lnTo>
                  <a:lnTo>
                    <a:pt x="122" y="4014"/>
                  </a:lnTo>
                  <a:lnTo>
                    <a:pt x="92" y="3992"/>
                  </a:lnTo>
                  <a:lnTo>
                    <a:pt x="66" y="3964"/>
                  </a:lnTo>
                  <a:lnTo>
                    <a:pt x="43" y="3932"/>
                  </a:lnTo>
                  <a:lnTo>
                    <a:pt x="25" y="3897"/>
                  </a:lnTo>
                  <a:lnTo>
                    <a:pt x="12" y="3857"/>
                  </a:lnTo>
                  <a:lnTo>
                    <a:pt x="3" y="3816"/>
                  </a:lnTo>
                  <a:lnTo>
                    <a:pt x="0" y="3772"/>
                  </a:lnTo>
                  <a:lnTo>
                    <a:pt x="0" y="273"/>
                  </a:lnTo>
                  <a:lnTo>
                    <a:pt x="3" y="229"/>
                  </a:lnTo>
                  <a:lnTo>
                    <a:pt x="12" y="188"/>
                  </a:lnTo>
                  <a:lnTo>
                    <a:pt x="25" y="148"/>
                  </a:lnTo>
                  <a:lnTo>
                    <a:pt x="43" y="113"/>
                  </a:lnTo>
                  <a:lnTo>
                    <a:pt x="66" y="81"/>
                  </a:lnTo>
                  <a:lnTo>
                    <a:pt x="92" y="53"/>
                  </a:lnTo>
                  <a:lnTo>
                    <a:pt x="122" y="31"/>
                  </a:lnTo>
                  <a:lnTo>
                    <a:pt x="154" y="13"/>
                  </a:lnTo>
                  <a:lnTo>
                    <a:pt x="188" y="4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8A6E5B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C1263F46-0D4C-41E9-9E96-0A73454C2710}"/>
                </a:ext>
              </a:extLst>
            </p:cNvPr>
            <p:cNvSpPr/>
            <p:nvPr/>
          </p:nvSpPr>
          <p:spPr>
            <a:xfrm>
              <a:off x="1220787" y="3134979"/>
              <a:ext cx="165100" cy="18000"/>
            </a:xfrm>
            <a:prstGeom prst="rect">
              <a:avLst/>
            </a:prstGeom>
            <a:solidFill>
              <a:srgbClr val="8A6E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AC2FD5DD-3853-4564-AEF2-025203598267}"/>
                </a:ext>
              </a:extLst>
            </p:cNvPr>
            <p:cNvSpPr/>
            <p:nvPr/>
          </p:nvSpPr>
          <p:spPr>
            <a:xfrm>
              <a:off x="1220787" y="3178277"/>
              <a:ext cx="165100" cy="18000"/>
            </a:xfrm>
            <a:prstGeom prst="rect">
              <a:avLst/>
            </a:prstGeom>
            <a:solidFill>
              <a:srgbClr val="8A6E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C745DC0D-38F5-43CF-B89C-E1D999ACDDFB}"/>
                </a:ext>
              </a:extLst>
            </p:cNvPr>
            <p:cNvSpPr/>
            <p:nvPr/>
          </p:nvSpPr>
          <p:spPr>
            <a:xfrm>
              <a:off x="1220787" y="3221575"/>
              <a:ext cx="165100" cy="18000"/>
            </a:xfrm>
            <a:prstGeom prst="rect">
              <a:avLst/>
            </a:prstGeom>
            <a:solidFill>
              <a:srgbClr val="8A6E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16524943-F157-4E63-B5B1-D444564766FC}"/>
                </a:ext>
              </a:extLst>
            </p:cNvPr>
            <p:cNvSpPr/>
            <p:nvPr/>
          </p:nvSpPr>
          <p:spPr>
            <a:xfrm>
              <a:off x="1220787" y="3264873"/>
              <a:ext cx="165100" cy="18000"/>
            </a:xfrm>
            <a:prstGeom prst="rect">
              <a:avLst/>
            </a:prstGeom>
            <a:solidFill>
              <a:srgbClr val="8A6E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01982A8D-1EDC-4FFD-8EEE-5DA634300ACE}"/>
                </a:ext>
              </a:extLst>
            </p:cNvPr>
            <p:cNvSpPr/>
            <p:nvPr/>
          </p:nvSpPr>
          <p:spPr>
            <a:xfrm>
              <a:off x="1220787" y="3308171"/>
              <a:ext cx="165100" cy="18000"/>
            </a:xfrm>
            <a:prstGeom prst="rect">
              <a:avLst/>
            </a:prstGeom>
            <a:solidFill>
              <a:srgbClr val="8A6E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AC0709F7-49FB-4117-85C5-8645935FEBE5}"/>
                </a:ext>
              </a:extLst>
            </p:cNvPr>
            <p:cNvSpPr/>
            <p:nvPr/>
          </p:nvSpPr>
          <p:spPr>
            <a:xfrm>
              <a:off x="1220787" y="3351469"/>
              <a:ext cx="165100" cy="18000"/>
            </a:xfrm>
            <a:prstGeom prst="rect">
              <a:avLst/>
            </a:prstGeom>
            <a:solidFill>
              <a:srgbClr val="8A6E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95E56ED7-4B4E-4A93-B5EE-52067FE2A8F0}"/>
              </a:ext>
            </a:extLst>
          </p:cNvPr>
          <p:cNvSpPr/>
          <p:nvPr/>
        </p:nvSpPr>
        <p:spPr>
          <a:xfrm>
            <a:off x="7276764" y="3373362"/>
            <a:ext cx="3276967" cy="11575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중심</a:t>
            </a:r>
            <a:endParaRPr lang="en-US" altLang="ko-KR" sz="1600" b="1" dirty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050" dirty="0">
                <a:solidFill>
                  <a:prstClr val="black">
                    <a:lumMod val="65000"/>
                    <a:lumOff val="35000"/>
                  </a:prstClr>
                </a:solidFill>
              </a:rPr>
              <a:t>맛집 및 칵테일 추천 기능 제공</a:t>
            </a:r>
            <a:endParaRPr lang="en-US" altLang="ko-KR" sz="1050" dirty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050" dirty="0">
                <a:solidFill>
                  <a:prstClr val="black">
                    <a:lumMod val="65000"/>
                    <a:lumOff val="35000"/>
                  </a:prstClr>
                </a:solidFill>
              </a:rPr>
              <a:t>1.</a:t>
            </a:r>
            <a:r>
              <a:rPr lang="ko-KR" altLang="en-US" sz="1050" dirty="0">
                <a:solidFill>
                  <a:prstClr val="black">
                    <a:lumMod val="65000"/>
                    <a:lumOff val="35000"/>
                  </a:prstClr>
                </a:solidFill>
              </a:rPr>
              <a:t>식당</a:t>
            </a:r>
            <a:r>
              <a:rPr lang="en-US" altLang="ko-KR" sz="1050" dirty="0">
                <a:solidFill>
                  <a:prstClr val="black">
                    <a:lumMod val="65000"/>
                    <a:lumOff val="35000"/>
                  </a:prstClr>
                </a:solidFill>
              </a:rPr>
              <a:t>/</a:t>
            </a:r>
            <a:r>
              <a:rPr lang="ko-KR" altLang="en-US" sz="1050" dirty="0">
                <a:solidFill>
                  <a:prstClr val="black">
                    <a:lumMod val="65000"/>
                    <a:lumOff val="35000"/>
                  </a:prstClr>
                </a:solidFill>
              </a:rPr>
              <a:t>칵테일바 </a:t>
            </a:r>
            <a:r>
              <a:rPr lang="en-US" altLang="ko-KR" sz="1050" dirty="0">
                <a:solidFill>
                  <a:prstClr val="black">
                    <a:lumMod val="65000"/>
                    <a:lumOff val="35000"/>
                  </a:prstClr>
                </a:solidFill>
              </a:rPr>
              <a:t>2.</a:t>
            </a:r>
            <a:r>
              <a:rPr lang="ko-KR" altLang="en-US" sz="1050" dirty="0">
                <a:solidFill>
                  <a:prstClr val="black">
                    <a:lumMod val="65000"/>
                    <a:lumOff val="35000"/>
                  </a:prstClr>
                </a:solidFill>
              </a:rPr>
              <a:t>칵테일종류</a:t>
            </a:r>
            <a:endParaRPr lang="en-US" altLang="ko-KR" sz="1050" dirty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050" dirty="0">
                <a:solidFill>
                  <a:prstClr val="black">
                    <a:lumMod val="65000"/>
                    <a:lumOff val="35000"/>
                  </a:prstClr>
                </a:solidFill>
              </a:rPr>
              <a:t>3.</a:t>
            </a:r>
            <a:r>
              <a:rPr lang="ko-KR" altLang="en-US" sz="1050" dirty="0">
                <a:solidFill>
                  <a:prstClr val="black">
                    <a:lumMod val="65000"/>
                    <a:lumOff val="35000"/>
                  </a:prstClr>
                </a:solidFill>
              </a:rPr>
              <a:t>순위 </a:t>
            </a:r>
            <a:r>
              <a:rPr lang="en-US" altLang="ko-KR" sz="1050" dirty="0">
                <a:solidFill>
                  <a:prstClr val="black">
                    <a:lumMod val="65000"/>
                    <a:lumOff val="35000"/>
                  </a:prstClr>
                </a:solidFill>
              </a:rPr>
              <a:t>4. </a:t>
            </a:r>
            <a:r>
              <a:rPr lang="en-US" altLang="ko-KR" sz="105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facebook</a:t>
            </a:r>
            <a:r>
              <a:rPr lang="ko-KR" altLang="en-US" sz="1050" dirty="0">
                <a:solidFill>
                  <a:prstClr val="black">
                    <a:lumMod val="65000"/>
                    <a:lumOff val="35000"/>
                  </a:prstClr>
                </a:solidFill>
              </a:rPr>
              <a:t>페이지</a:t>
            </a:r>
            <a:endParaRPr lang="en-US" altLang="ko-KR" sz="1050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159ACA72-A24E-4F09-B903-9168C198C6BD}"/>
              </a:ext>
            </a:extLst>
          </p:cNvPr>
          <p:cNvSpPr/>
          <p:nvPr/>
        </p:nvSpPr>
        <p:spPr>
          <a:xfrm>
            <a:off x="6688322" y="3843607"/>
            <a:ext cx="42191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</a:rPr>
              <a:t>02</a:t>
            </a:r>
            <a:endParaRPr lang="ko-KR" altLang="en-US" dirty="0">
              <a:solidFill>
                <a:schemeClr val="bg1"/>
              </a:solidFill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25D594FE-A1DD-44A1-A227-3C8311C5F744}"/>
              </a:ext>
            </a:extLst>
          </p:cNvPr>
          <p:cNvGrpSpPr/>
          <p:nvPr/>
        </p:nvGrpSpPr>
        <p:grpSpPr>
          <a:xfrm>
            <a:off x="6608718" y="1753908"/>
            <a:ext cx="4355191" cy="1066085"/>
            <a:chOff x="990600" y="3175715"/>
            <a:chExt cx="4355191" cy="1190171"/>
          </a:xfrm>
        </p:grpSpPr>
        <p:sp>
          <p:nvSpPr>
            <p:cNvPr id="38" name="양쪽 모서리가 둥근 사각형 15">
              <a:extLst>
                <a:ext uri="{FF2B5EF4-FFF2-40B4-BE49-F238E27FC236}">
                  <a16:creationId xmlns:a16="http://schemas.microsoft.com/office/drawing/2014/main" id="{74756305-931E-4B83-9797-DC038B19067A}"/>
                </a:ext>
              </a:extLst>
            </p:cNvPr>
            <p:cNvSpPr/>
            <p:nvPr/>
          </p:nvSpPr>
          <p:spPr>
            <a:xfrm rot="16200000" flipH="1">
              <a:off x="695002" y="3479738"/>
              <a:ext cx="1181746" cy="590550"/>
            </a:xfrm>
            <a:prstGeom prst="round2SameRect">
              <a:avLst>
                <a:gd name="adj1" fmla="val 32796"/>
                <a:gd name="adj2" fmla="val 0"/>
              </a:avLst>
            </a:prstGeom>
            <a:solidFill>
              <a:srgbClr val="8CD3D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모서리가 둥근 직사각형 13">
              <a:extLst>
                <a:ext uri="{FF2B5EF4-FFF2-40B4-BE49-F238E27FC236}">
                  <a16:creationId xmlns:a16="http://schemas.microsoft.com/office/drawing/2014/main" id="{68F92E66-BAC2-4305-A0F5-6A7BA4357327}"/>
                </a:ext>
              </a:extLst>
            </p:cNvPr>
            <p:cNvSpPr/>
            <p:nvPr/>
          </p:nvSpPr>
          <p:spPr>
            <a:xfrm>
              <a:off x="990600" y="3175715"/>
              <a:ext cx="4355191" cy="1190171"/>
            </a:xfrm>
            <a:prstGeom prst="roundRect">
              <a:avLst/>
            </a:prstGeom>
            <a:noFill/>
            <a:ln w="28575">
              <a:solidFill>
                <a:srgbClr val="8A6E5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E2A9CCC1-6BBA-4CAA-A2AE-63DA22FD8F7B}"/>
              </a:ext>
            </a:extLst>
          </p:cNvPr>
          <p:cNvGrpSpPr/>
          <p:nvPr/>
        </p:nvGrpSpPr>
        <p:grpSpPr>
          <a:xfrm>
            <a:off x="6775250" y="1528992"/>
            <a:ext cx="273418" cy="459867"/>
            <a:chOff x="1169832" y="3026999"/>
            <a:chExt cx="273418" cy="459867"/>
          </a:xfrm>
        </p:grpSpPr>
        <p:sp>
          <p:nvSpPr>
            <p:cNvPr id="41" name="모서리가 둥근 직사각형 21">
              <a:extLst>
                <a:ext uri="{FF2B5EF4-FFF2-40B4-BE49-F238E27FC236}">
                  <a16:creationId xmlns:a16="http://schemas.microsoft.com/office/drawing/2014/main" id="{64F8CC7F-8174-4071-B60A-79F313376342}"/>
                </a:ext>
              </a:extLst>
            </p:cNvPr>
            <p:cNvSpPr/>
            <p:nvPr/>
          </p:nvSpPr>
          <p:spPr>
            <a:xfrm>
              <a:off x="1169832" y="3027000"/>
              <a:ext cx="273418" cy="459866"/>
            </a:xfrm>
            <a:prstGeom prst="roundRect">
              <a:avLst/>
            </a:prstGeom>
            <a:solidFill>
              <a:srgbClr val="FFFBE8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Freeform 36">
              <a:extLst>
                <a:ext uri="{FF2B5EF4-FFF2-40B4-BE49-F238E27FC236}">
                  <a16:creationId xmlns:a16="http://schemas.microsoft.com/office/drawing/2014/main" id="{5E83EC95-DCE9-4741-9E81-A050399DDE2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69832" y="3026999"/>
              <a:ext cx="273418" cy="459866"/>
            </a:xfrm>
            <a:custGeom>
              <a:avLst/>
              <a:gdLst>
                <a:gd name="T0" fmla="*/ 937 w 1926"/>
                <a:gd name="T1" fmla="*/ 3639 h 4045"/>
                <a:gd name="T2" fmla="*/ 893 w 1926"/>
                <a:gd name="T3" fmla="*/ 3665 h 4045"/>
                <a:gd name="T4" fmla="*/ 863 w 1926"/>
                <a:gd name="T5" fmla="*/ 3712 h 4045"/>
                <a:gd name="T6" fmla="*/ 851 w 1926"/>
                <a:gd name="T7" fmla="*/ 3772 h 4045"/>
                <a:gd name="T8" fmla="*/ 863 w 1926"/>
                <a:gd name="T9" fmla="*/ 3832 h 4045"/>
                <a:gd name="T10" fmla="*/ 893 w 1926"/>
                <a:gd name="T11" fmla="*/ 3878 h 4045"/>
                <a:gd name="T12" fmla="*/ 937 w 1926"/>
                <a:gd name="T13" fmla="*/ 3905 h 4045"/>
                <a:gd name="T14" fmla="*/ 988 w 1926"/>
                <a:gd name="T15" fmla="*/ 3905 h 4045"/>
                <a:gd name="T16" fmla="*/ 1033 w 1926"/>
                <a:gd name="T17" fmla="*/ 3878 h 4045"/>
                <a:gd name="T18" fmla="*/ 1064 w 1926"/>
                <a:gd name="T19" fmla="*/ 3832 h 4045"/>
                <a:gd name="T20" fmla="*/ 1075 w 1926"/>
                <a:gd name="T21" fmla="*/ 3772 h 4045"/>
                <a:gd name="T22" fmla="*/ 1064 w 1926"/>
                <a:gd name="T23" fmla="*/ 3712 h 4045"/>
                <a:gd name="T24" fmla="*/ 1033 w 1926"/>
                <a:gd name="T25" fmla="*/ 3665 h 4045"/>
                <a:gd name="T26" fmla="*/ 988 w 1926"/>
                <a:gd name="T27" fmla="*/ 3639 h 4045"/>
                <a:gd name="T28" fmla="*/ 156 w 1926"/>
                <a:gd name="T29" fmla="*/ 434 h 4045"/>
                <a:gd name="T30" fmla="*/ 1770 w 1926"/>
                <a:gd name="T31" fmla="*/ 3540 h 4045"/>
                <a:gd name="T32" fmla="*/ 156 w 1926"/>
                <a:gd name="T33" fmla="*/ 434 h 4045"/>
                <a:gd name="T34" fmla="*/ 716 w 1926"/>
                <a:gd name="T35" fmla="*/ 200 h 4045"/>
                <a:gd name="T36" fmla="*/ 701 w 1926"/>
                <a:gd name="T37" fmla="*/ 217 h 4045"/>
                <a:gd name="T38" fmla="*/ 701 w 1926"/>
                <a:gd name="T39" fmla="*/ 243 h 4045"/>
                <a:gd name="T40" fmla="*/ 716 w 1926"/>
                <a:gd name="T41" fmla="*/ 260 h 4045"/>
                <a:gd name="T42" fmla="*/ 1199 w 1926"/>
                <a:gd name="T43" fmla="*/ 262 h 4045"/>
                <a:gd name="T44" fmla="*/ 1218 w 1926"/>
                <a:gd name="T45" fmla="*/ 254 h 4045"/>
                <a:gd name="T46" fmla="*/ 1226 w 1926"/>
                <a:gd name="T47" fmla="*/ 230 h 4045"/>
                <a:gd name="T48" fmla="*/ 1218 w 1926"/>
                <a:gd name="T49" fmla="*/ 207 h 4045"/>
                <a:gd name="T50" fmla="*/ 1199 w 1926"/>
                <a:gd name="T51" fmla="*/ 197 h 4045"/>
                <a:gd name="T52" fmla="*/ 224 w 1926"/>
                <a:gd name="T53" fmla="*/ 0 h 4045"/>
                <a:gd name="T54" fmla="*/ 1738 w 1926"/>
                <a:gd name="T55" fmla="*/ 4 h 4045"/>
                <a:gd name="T56" fmla="*/ 1805 w 1926"/>
                <a:gd name="T57" fmla="*/ 31 h 4045"/>
                <a:gd name="T58" fmla="*/ 1860 w 1926"/>
                <a:gd name="T59" fmla="*/ 81 h 4045"/>
                <a:gd name="T60" fmla="*/ 1900 w 1926"/>
                <a:gd name="T61" fmla="*/ 148 h 4045"/>
                <a:gd name="T62" fmla="*/ 1923 w 1926"/>
                <a:gd name="T63" fmla="*/ 229 h 4045"/>
                <a:gd name="T64" fmla="*/ 1926 w 1926"/>
                <a:gd name="T65" fmla="*/ 3772 h 4045"/>
                <a:gd name="T66" fmla="*/ 1915 w 1926"/>
                <a:gd name="T67" fmla="*/ 3857 h 4045"/>
                <a:gd name="T68" fmla="*/ 1882 w 1926"/>
                <a:gd name="T69" fmla="*/ 3932 h 4045"/>
                <a:gd name="T70" fmla="*/ 1834 w 1926"/>
                <a:gd name="T71" fmla="*/ 3992 h 4045"/>
                <a:gd name="T72" fmla="*/ 1773 w 1926"/>
                <a:gd name="T73" fmla="*/ 4032 h 4045"/>
                <a:gd name="T74" fmla="*/ 1702 w 1926"/>
                <a:gd name="T75" fmla="*/ 4045 h 4045"/>
                <a:gd name="T76" fmla="*/ 188 w 1926"/>
                <a:gd name="T77" fmla="*/ 4041 h 4045"/>
                <a:gd name="T78" fmla="*/ 122 w 1926"/>
                <a:gd name="T79" fmla="*/ 4014 h 4045"/>
                <a:gd name="T80" fmla="*/ 66 w 1926"/>
                <a:gd name="T81" fmla="*/ 3964 h 4045"/>
                <a:gd name="T82" fmla="*/ 25 w 1926"/>
                <a:gd name="T83" fmla="*/ 3897 h 4045"/>
                <a:gd name="T84" fmla="*/ 3 w 1926"/>
                <a:gd name="T85" fmla="*/ 3816 h 4045"/>
                <a:gd name="T86" fmla="*/ 0 w 1926"/>
                <a:gd name="T87" fmla="*/ 273 h 4045"/>
                <a:gd name="T88" fmla="*/ 12 w 1926"/>
                <a:gd name="T89" fmla="*/ 188 h 4045"/>
                <a:gd name="T90" fmla="*/ 43 w 1926"/>
                <a:gd name="T91" fmla="*/ 113 h 4045"/>
                <a:gd name="T92" fmla="*/ 92 w 1926"/>
                <a:gd name="T93" fmla="*/ 53 h 4045"/>
                <a:gd name="T94" fmla="*/ 154 w 1926"/>
                <a:gd name="T95" fmla="*/ 13 h 4045"/>
                <a:gd name="T96" fmla="*/ 224 w 1926"/>
                <a:gd name="T97" fmla="*/ 0 h 40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926" h="4045">
                  <a:moveTo>
                    <a:pt x="963" y="3636"/>
                  </a:moveTo>
                  <a:lnTo>
                    <a:pt x="937" y="3639"/>
                  </a:lnTo>
                  <a:lnTo>
                    <a:pt x="914" y="3649"/>
                  </a:lnTo>
                  <a:lnTo>
                    <a:pt x="893" y="3665"/>
                  </a:lnTo>
                  <a:lnTo>
                    <a:pt x="876" y="3686"/>
                  </a:lnTo>
                  <a:lnTo>
                    <a:pt x="863" y="3712"/>
                  </a:lnTo>
                  <a:lnTo>
                    <a:pt x="854" y="3741"/>
                  </a:lnTo>
                  <a:lnTo>
                    <a:pt x="851" y="3772"/>
                  </a:lnTo>
                  <a:lnTo>
                    <a:pt x="854" y="3804"/>
                  </a:lnTo>
                  <a:lnTo>
                    <a:pt x="863" y="3832"/>
                  </a:lnTo>
                  <a:lnTo>
                    <a:pt x="876" y="3857"/>
                  </a:lnTo>
                  <a:lnTo>
                    <a:pt x="893" y="3878"/>
                  </a:lnTo>
                  <a:lnTo>
                    <a:pt x="914" y="3894"/>
                  </a:lnTo>
                  <a:lnTo>
                    <a:pt x="937" y="3905"/>
                  </a:lnTo>
                  <a:lnTo>
                    <a:pt x="963" y="3909"/>
                  </a:lnTo>
                  <a:lnTo>
                    <a:pt x="988" y="3905"/>
                  </a:lnTo>
                  <a:lnTo>
                    <a:pt x="1013" y="3894"/>
                  </a:lnTo>
                  <a:lnTo>
                    <a:pt x="1033" y="3878"/>
                  </a:lnTo>
                  <a:lnTo>
                    <a:pt x="1051" y="3857"/>
                  </a:lnTo>
                  <a:lnTo>
                    <a:pt x="1064" y="3832"/>
                  </a:lnTo>
                  <a:lnTo>
                    <a:pt x="1072" y="3804"/>
                  </a:lnTo>
                  <a:lnTo>
                    <a:pt x="1075" y="3772"/>
                  </a:lnTo>
                  <a:lnTo>
                    <a:pt x="1072" y="3741"/>
                  </a:lnTo>
                  <a:lnTo>
                    <a:pt x="1064" y="3712"/>
                  </a:lnTo>
                  <a:lnTo>
                    <a:pt x="1051" y="3686"/>
                  </a:lnTo>
                  <a:lnTo>
                    <a:pt x="1033" y="3665"/>
                  </a:lnTo>
                  <a:lnTo>
                    <a:pt x="1013" y="3649"/>
                  </a:lnTo>
                  <a:lnTo>
                    <a:pt x="988" y="3639"/>
                  </a:lnTo>
                  <a:lnTo>
                    <a:pt x="963" y="3636"/>
                  </a:lnTo>
                  <a:close/>
                  <a:moveTo>
                    <a:pt x="156" y="434"/>
                  </a:moveTo>
                  <a:lnTo>
                    <a:pt x="156" y="3540"/>
                  </a:lnTo>
                  <a:lnTo>
                    <a:pt x="1770" y="3540"/>
                  </a:lnTo>
                  <a:lnTo>
                    <a:pt x="1770" y="434"/>
                  </a:lnTo>
                  <a:lnTo>
                    <a:pt x="156" y="434"/>
                  </a:lnTo>
                  <a:close/>
                  <a:moveTo>
                    <a:pt x="727" y="197"/>
                  </a:moveTo>
                  <a:lnTo>
                    <a:pt x="716" y="200"/>
                  </a:lnTo>
                  <a:lnTo>
                    <a:pt x="707" y="207"/>
                  </a:lnTo>
                  <a:lnTo>
                    <a:pt x="701" y="217"/>
                  </a:lnTo>
                  <a:lnTo>
                    <a:pt x="699" y="230"/>
                  </a:lnTo>
                  <a:lnTo>
                    <a:pt x="701" y="243"/>
                  </a:lnTo>
                  <a:lnTo>
                    <a:pt x="707" y="254"/>
                  </a:lnTo>
                  <a:lnTo>
                    <a:pt x="716" y="260"/>
                  </a:lnTo>
                  <a:lnTo>
                    <a:pt x="727" y="262"/>
                  </a:lnTo>
                  <a:lnTo>
                    <a:pt x="1199" y="262"/>
                  </a:lnTo>
                  <a:lnTo>
                    <a:pt x="1210" y="260"/>
                  </a:lnTo>
                  <a:lnTo>
                    <a:pt x="1218" y="254"/>
                  </a:lnTo>
                  <a:lnTo>
                    <a:pt x="1224" y="243"/>
                  </a:lnTo>
                  <a:lnTo>
                    <a:pt x="1226" y="230"/>
                  </a:lnTo>
                  <a:lnTo>
                    <a:pt x="1224" y="217"/>
                  </a:lnTo>
                  <a:lnTo>
                    <a:pt x="1218" y="207"/>
                  </a:lnTo>
                  <a:lnTo>
                    <a:pt x="1210" y="200"/>
                  </a:lnTo>
                  <a:lnTo>
                    <a:pt x="1199" y="197"/>
                  </a:lnTo>
                  <a:lnTo>
                    <a:pt x="727" y="197"/>
                  </a:lnTo>
                  <a:close/>
                  <a:moveTo>
                    <a:pt x="224" y="0"/>
                  </a:moveTo>
                  <a:lnTo>
                    <a:pt x="1702" y="0"/>
                  </a:lnTo>
                  <a:lnTo>
                    <a:pt x="1738" y="4"/>
                  </a:lnTo>
                  <a:lnTo>
                    <a:pt x="1773" y="13"/>
                  </a:lnTo>
                  <a:lnTo>
                    <a:pt x="1805" y="31"/>
                  </a:lnTo>
                  <a:lnTo>
                    <a:pt x="1834" y="53"/>
                  </a:lnTo>
                  <a:lnTo>
                    <a:pt x="1860" y="81"/>
                  </a:lnTo>
                  <a:lnTo>
                    <a:pt x="1882" y="113"/>
                  </a:lnTo>
                  <a:lnTo>
                    <a:pt x="1900" y="148"/>
                  </a:lnTo>
                  <a:lnTo>
                    <a:pt x="1915" y="188"/>
                  </a:lnTo>
                  <a:lnTo>
                    <a:pt x="1923" y="229"/>
                  </a:lnTo>
                  <a:lnTo>
                    <a:pt x="1926" y="273"/>
                  </a:lnTo>
                  <a:lnTo>
                    <a:pt x="1926" y="3772"/>
                  </a:lnTo>
                  <a:lnTo>
                    <a:pt x="1923" y="3816"/>
                  </a:lnTo>
                  <a:lnTo>
                    <a:pt x="1915" y="3857"/>
                  </a:lnTo>
                  <a:lnTo>
                    <a:pt x="1900" y="3897"/>
                  </a:lnTo>
                  <a:lnTo>
                    <a:pt x="1882" y="3932"/>
                  </a:lnTo>
                  <a:lnTo>
                    <a:pt x="1860" y="3964"/>
                  </a:lnTo>
                  <a:lnTo>
                    <a:pt x="1834" y="3992"/>
                  </a:lnTo>
                  <a:lnTo>
                    <a:pt x="1805" y="4014"/>
                  </a:lnTo>
                  <a:lnTo>
                    <a:pt x="1773" y="4032"/>
                  </a:lnTo>
                  <a:lnTo>
                    <a:pt x="1738" y="4041"/>
                  </a:lnTo>
                  <a:lnTo>
                    <a:pt x="1702" y="4045"/>
                  </a:lnTo>
                  <a:lnTo>
                    <a:pt x="224" y="4045"/>
                  </a:lnTo>
                  <a:lnTo>
                    <a:pt x="188" y="4041"/>
                  </a:lnTo>
                  <a:lnTo>
                    <a:pt x="154" y="4032"/>
                  </a:lnTo>
                  <a:lnTo>
                    <a:pt x="122" y="4014"/>
                  </a:lnTo>
                  <a:lnTo>
                    <a:pt x="92" y="3992"/>
                  </a:lnTo>
                  <a:lnTo>
                    <a:pt x="66" y="3964"/>
                  </a:lnTo>
                  <a:lnTo>
                    <a:pt x="43" y="3932"/>
                  </a:lnTo>
                  <a:lnTo>
                    <a:pt x="25" y="3897"/>
                  </a:lnTo>
                  <a:lnTo>
                    <a:pt x="12" y="3857"/>
                  </a:lnTo>
                  <a:lnTo>
                    <a:pt x="3" y="3816"/>
                  </a:lnTo>
                  <a:lnTo>
                    <a:pt x="0" y="3772"/>
                  </a:lnTo>
                  <a:lnTo>
                    <a:pt x="0" y="273"/>
                  </a:lnTo>
                  <a:lnTo>
                    <a:pt x="3" y="229"/>
                  </a:lnTo>
                  <a:lnTo>
                    <a:pt x="12" y="188"/>
                  </a:lnTo>
                  <a:lnTo>
                    <a:pt x="25" y="148"/>
                  </a:lnTo>
                  <a:lnTo>
                    <a:pt x="43" y="113"/>
                  </a:lnTo>
                  <a:lnTo>
                    <a:pt x="66" y="81"/>
                  </a:lnTo>
                  <a:lnTo>
                    <a:pt x="92" y="53"/>
                  </a:lnTo>
                  <a:lnTo>
                    <a:pt x="122" y="31"/>
                  </a:lnTo>
                  <a:lnTo>
                    <a:pt x="154" y="13"/>
                  </a:lnTo>
                  <a:lnTo>
                    <a:pt x="188" y="4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8A6E5B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EFAC0AC3-F03F-4ADF-BC38-866442624CEE}"/>
                </a:ext>
              </a:extLst>
            </p:cNvPr>
            <p:cNvSpPr/>
            <p:nvPr/>
          </p:nvSpPr>
          <p:spPr>
            <a:xfrm>
              <a:off x="1220787" y="3134979"/>
              <a:ext cx="165100" cy="18000"/>
            </a:xfrm>
            <a:prstGeom prst="rect">
              <a:avLst/>
            </a:prstGeom>
            <a:solidFill>
              <a:srgbClr val="8A6E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316A822F-54C9-463E-93B4-24D953991608}"/>
                </a:ext>
              </a:extLst>
            </p:cNvPr>
            <p:cNvSpPr/>
            <p:nvPr/>
          </p:nvSpPr>
          <p:spPr>
            <a:xfrm>
              <a:off x="1220787" y="3178277"/>
              <a:ext cx="165100" cy="18000"/>
            </a:xfrm>
            <a:prstGeom prst="rect">
              <a:avLst/>
            </a:prstGeom>
            <a:solidFill>
              <a:srgbClr val="8A6E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6EEDE82D-C55C-4AA3-914F-E3D2B52C797B}"/>
                </a:ext>
              </a:extLst>
            </p:cNvPr>
            <p:cNvSpPr/>
            <p:nvPr/>
          </p:nvSpPr>
          <p:spPr>
            <a:xfrm>
              <a:off x="1220787" y="3221575"/>
              <a:ext cx="165100" cy="18000"/>
            </a:xfrm>
            <a:prstGeom prst="rect">
              <a:avLst/>
            </a:prstGeom>
            <a:solidFill>
              <a:srgbClr val="8A6E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9D68EF03-81CC-45E2-8046-EF5B0CA0EA42}"/>
                </a:ext>
              </a:extLst>
            </p:cNvPr>
            <p:cNvSpPr/>
            <p:nvPr/>
          </p:nvSpPr>
          <p:spPr>
            <a:xfrm>
              <a:off x="1220787" y="3264873"/>
              <a:ext cx="165100" cy="18000"/>
            </a:xfrm>
            <a:prstGeom prst="rect">
              <a:avLst/>
            </a:prstGeom>
            <a:solidFill>
              <a:srgbClr val="8A6E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0CA29029-77CE-47E4-ACBC-E865290DD073}"/>
                </a:ext>
              </a:extLst>
            </p:cNvPr>
            <p:cNvSpPr/>
            <p:nvPr/>
          </p:nvSpPr>
          <p:spPr>
            <a:xfrm>
              <a:off x="1220787" y="3308171"/>
              <a:ext cx="165100" cy="18000"/>
            </a:xfrm>
            <a:prstGeom prst="rect">
              <a:avLst/>
            </a:prstGeom>
            <a:solidFill>
              <a:srgbClr val="8A6E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3EC7467E-8B02-4533-890B-F84558F2C5B7}"/>
                </a:ext>
              </a:extLst>
            </p:cNvPr>
            <p:cNvSpPr/>
            <p:nvPr/>
          </p:nvSpPr>
          <p:spPr>
            <a:xfrm>
              <a:off x="1220787" y="3351469"/>
              <a:ext cx="165100" cy="18000"/>
            </a:xfrm>
            <a:prstGeom prst="rect">
              <a:avLst/>
            </a:prstGeom>
            <a:solidFill>
              <a:srgbClr val="8A6E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03986565-016F-4392-8E57-3A721EA8A9AE}"/>
              </a:ext>
            </a:extLst>
          </p:cNvPr>
          <p:cNvSpPr/>
          <p:nvPr/>
        </p:nvSpPr>
        <p:spPr>
          <a:xfrm>
            <a:off x="7199268" y="1766134"/>
            <a:ext cx="3276967" cy="7833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상단</a:t>
            </a:r>
            <a:endParaRPr lang="en-US" altLang="ko-KR" sz="1600" b="1" dirty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prstClr val="black">
                    <a:lumMod val="65000"/>
                    <a:lumOff val="35000"/>
                  </a:prstClr>
                </a:solidFill>
              </a:rPr>
              <a:t>메뉴</a:t>
            </a:r>
            <a:r>
              <a:rPr lang="en-US" altLang="ko-KR" sz="1600" dirty="0">
                <a:solidFill>
                  <a:prstClr val="black">
                    <a:lumMod val="65000"/>
                    <a:lumOff val="35000"/>
                  </a:prstClr>
                </a:solidFill>
              </a:rPr>
              <a:t>, </a:t>
            </a:r>
            <a:r>
              <a:rPr lang="ko-KR" altLang="en-US" sz="1600" dirty="0">
                <a:solidFill>
                  <a:prstClr val="black">
                    <a:lumMod val="65000"/>
                    <a:lumOff val="35000"/>
                  </a:prstClr>
                </a:solidFill>
              </a:rPr>
              <a:t>검색</a:t>
            </a:r>
            <a:r>
              <a:rPr lang="en-US" altLang="ko-KR" sz="1600" dirty="0">
                <a:solidFill>
                  <a:prstClr val="black">
                    <a:lumMod val="65000"/>
                    <a:lumOff val="35000"/>
                  </a:prstClr>
                </a:solidFill>
              </a:rPr>
              <a:t>, </a:t>
            </a:r>
            <a:r>
              <a:rPr lang="ko-KR" altLang="en-US" sz="1600" dirty="0">
                <a:solidFill>
                  <a:prstClr val="black">
                    <a:lumMod val="65000"/>
                    <a:lumOff val="35000"/>
                  </a:prstClr>
                </a:solidFill>
              </a:rPr>
              <a:t>지도 버튼 기능 제공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702BC5B9-9528-4A12-AA8A-BB924E1893BE}"/>
              </a:ext>
            </a:extLst>
          </p:cNvPr>
          <p:cNvSpPr/>
          <p:nvPr/>
        </p:nvSpPr>
        <p:spPr>
          <a:xfrm>
            <a:off x="6688322" y="2168515"/>
            <a:ext cx="42191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</a:rPr>
              <a:t>01</a:t>
            </a:r>
            <a:endParaRPr lang="ko-KR" altLang="en-US" dirty="0">
              <a:solidFill>
                <a:schemeClr val="bg1"/>
              </a:solidFill>
            </a:endParaRPr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882273EE-77EB-4C69-B0B5-13CF5B2437DE}"/>
              </a:ext>
            </a:extLst>
          </p:cNvPr>
          <p:cNvGrpSpPr/>
          <p:nvPr/>
        </p:nvGrpSpPr>
        <p:grpSpPr>
          <a:xfrm>
            <a:off x="6608718" y="4923078"/>
            <a:ext cx="4355191" cy="1066085"/>
            <a:chOff x="990600" y="3175715"/>
            <a:chExt cx="4355191" cy="1190171"/>
          </a:xfrm>
        </p:grpSpPr>
        <p:sp>
          <p:nvSpPr>
            <p:cNvPr id="53" name="양쪽 모서리가 둥근 사각형 15">
              <a:extLst>
                <a:ext uri="{FF2B5EF4-FFF2-40B4-BE49-F238E27FC236}">
                  <a16:creationId xmlns:a16="http://schemas.microsoft.com/office/drawing/2014/main" id="{E46B1584-FFB8-45FD-A962-505A23B21A12}"/>
                </a:ext>
              </a:extLst>
            </p:cNvPr>
            <p:cNvSpPr/>
            <p:nvPr/>
          </p:nvSpPr>
          <p:spPr>
            <a:xfrm rot="16200000" flipH="1">
              <a:off x="695002" y="3479738"/>
              <a:ext cx="1181746" cy="590550"/>
            </a:xfrm>
            <a:prstGeom prst="round2SameRect">
              <a:avLst>
                <a:gd name="adj1" fmla="val 32796"/>
                <a:gd name="adj2" fmla="val 0"/>
              </a:avLst>
            </a:prstGeom>
            <a:solidFill>
              <a:srgbClr val="8CD3D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모서리가 둥근 직사각형 13">
              <a:extLst>
                <a:ext uri="{FF2B5EF4-FFF2-40B4-BE49-F238E27FC236}">
                  <a16:creationId xmlns:a16="http://schemas.microsoft.com/office/drawing/2014/main" id="{A36E9BDE-27D1-4144-A23F-91E585264811}"/>
                </a:ext>
              </a:extLst>
            </p:cNvPr>
            <p:cNvSpPr/>
            <p:nvPr/>
          </p:nvSpPr>
          <p:spPr>
            <a:xfrm>
              <a:off x="990600" y="3175715"/>
              <a:ext cx="4355191" cy="1190171"/>
            </a:xfrm>
            <a:prstGeom prst="roundRect">
              <a:avLst/>
            </a:prstGeom>
            <a:noFill/>
            <a:ln w="28575">
              <a:solidFill>
                <a:srgbClr val="8A6E5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ABF8D078-7F1B-40BA-A6F7-2BA3BCB67E0B}"/>
              </a:ext>
            </a:extLst>
          </p:cNvPr>
          <p:cNvGrpSpPr/>
          <p:nvPr/>
        </p:nvGrpSpPr>
        <p:grpSpPr>
          <a:xfrm>
            <a:off x="6775250" y="4698162"/>
            <a:ext cx="273418" cy="459867"/>
            <a:chOff x="1169832" y="3026999"/>
            <a:chExt cx="273418" cy="459867"/>
          </a:xfrm>
        </p:grpSpPr>
        <p:sp>
          <p:nvSpPr>
            <p:cNvPr id="56" name="모서리가 둥근 직사각형 21">
              <a:extLst>
                <a:ext uri="{FF2B5EF4-FFF2-40B4-BE49-F238E27FC236}">
                  <a16:creationId xmlns:a16="http://schemas.microsoft.com/office/drawing/2014/main" id="{9469B538-B652-46FB-A2F9-3FE03938B642}"/>
                </a:ext>
              </a:extLst>
            </p:cNvPr>
            <p:cNvSpPr/>
            <p:nvPr/>
          </p:nvSpPr>
          <p:spPr>
            <a:xfrm>
              <a:off x="1169832" y="3027000"/>
              <a:ext cx="273418" cy="459866"/>
            </a:xfrm>
            <a:prstGeom prst="roundRect">
              <a:avLst/>
            </a:prstGeom>
            <a:solidFill>
              <a:srgbClr val="FFFBE8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Freeform 36">
              <a:extLst>
                <a:ext uri="{FF2B5EF4-FFF2-40B4-BE49-F238E27FC236}">
                  <a16:creationId xmlns:a16="http://schemas.microsoft.com/office/drawing/2014/main" id="{F68646DF-ACAA-432F-880D-3237304AE03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69832" y="3026999"/>
              <a:ext cx="273418" cy="459866"/>
            </a:xfrm>
            <a:custGeom>
              <a:avLst/>
              <a:gdLst>
                <a:gd name="T0" fmla="*/ 937 w 1926"/>
                <a:gd name="T1" fmla="*/ 3639 h 4045"/>
                <a:gd name="T2" fmla="*/ 893 w 1926"/>
                <a:gd name="T3" fmla="*/ 3665 h 4045"/>
                <a:gd name="T4" fmla="*/ 863 w 1926"/>
                <a:gd name="T5" fmla="*/ 3712 h 4045"/>
                <a:gd name="T6" fmla="*/ 851 w 1926"/>
                <a:gd name="T7" fmla="*/ 3772 h 4045"/>
                <a:gd name="T8" fmla="*/ 863 w 1926"/>
                <a:gd name="T9" fmla="*/ 3832 h 4045"/>
                <a:gd name="T10" fmla="*/ 893 w 1926"/>
                <a:gd name="T11" fmla="*/ 3878 h 4045"/>
                <a:gd name="T12" fmla="*/ 937 w 1926"/>
                <a:gd name="T13" fmla="*/ 3905 h 4045"/>
                <a:gd name="T14" fmla="*/ 988 w 1926"/>
                <a:gd name="T15" fmla="*/ 3905 h 4045"/>
                <a:gd name="T16" fmla="*/ 1033 w 1926"/>
                <a:gd name="T17" fmla="*/ 3878 h 4045"/>
                <a:gd name="T18" fmla="*/ 1064 w 1926"/>
                <a:gd name="T19" fmla="*/ 3832 h 4045"/>
                <a:gd name="T20" fmla="*/ 1075 w 1926"/>
                <a:gd name="T21" fmla="*/ 3772 h 4045"/>
                <a:gd name="T22" fmla="*/ 1064 w 1926"/>
                <a:gd name="T23" fmla="*/ 3712 h 4045"/>
                <a:gd name="T24" fmla="*/ 1033 w 1926"/>
                <a:gd name="T25" fmla="*/ 3665 h 4045"/>
                <a:gd name="T26" fmla="*/ 988 w 1926"/>
                <a:gd name="T27" fmla="*/ 3639 h 4045"/>
                <a:gd name="T28" fmla="*/ 156 w 1926"/>
                <a:gd name="T29" fmla="*/ 434 h 4045"/>
                <a:gd name="T30" fmla="*/ 1770 w 1926"/>
                <a:gd name="T31" fmla="*/ 3540 h 4045"/>
                <a:gd name="T32" fmla="*/ 156 w 1926"/>
                <a:gd name="T33" fmla="*/ 434 h 4045"/>
                <a:gd name="T34" fmla="*/ 716 w 1926"/>
                <a:gd name="T35" fmla="*/ 200 h 4045"/>
                <a:gd name="T36" fmla="*/ 701 w 1926"/>
                <a:gd name="T37" fmla="*/ 217 h 4045"/>
                <a:gd name="T38" fmla="*/ 701 w 1926"/>
                <a:gd name="T39" fmla="*/ 243 h 4045"/>
                <a:gd name="T40" fmla="*/ 716 w 1926"/>
                <a:gd name="T41" fmla="*/ 260 h 4045"/>
                <a:gd name="T42" fmla="*/ 1199 w 1926"/>
                <a:gd name="T43" fmla="*/ 262 h 4045"/>
                <a:gd name="T44" fmla="*/ 1218 w 1926"/>
                <a:gd name="T45" fmla="*/ 254 h 4045"/>
                <a:gd name="T46" fmla="*/ 1226 w 1926"/>
                <a:gd name="T47" fmla="*/ 230 h 4045"/>
                <a:gd name="T48" fmla="*/ 1218 w 1926"/>
                <a:gd name="T49" fmla="*/ 207 h 4045"/>
                <a:gd name="T50" fmla="*/ 1199 w 1926"/>
                <a:gd name="T51" fmla="*/ 197 h 4045"/>
                <a:gd name="T52" fmla="*/ 224 w 1926"/>
                <a:gd name="T53" fmla="*/ 0 h 4045"/>
                <a:gd name="T54" fmla="*/ 1738 w 1926"/>
                <a:gd name="T55" fmla="*/ 4 h 4045"/>
                <a:gd name="T56" fmla="*/ 1805 w 1926"/>
                <a:gd name="T57" fmla="*/ 31 h 4045"/>
                <a:gd name="T58" fmla="*/ 1860 w 1926"/>
                <a:gd name="T59" fmla="*/ 81 h 4045"/>
                <a:gd name="T60" fmla="*/ 1900 w 1926"/>
                <a:gd name="T61" fmla="*/ 148 h 4045"/>
                <a:gd name="T62" fmla="*/ 1923 w 1926"/>
                <a:gd name="T63" fmla="*/ 229 h 4045"/>
                <a:gd name="T64" fmla="*/ 1926 w 1926"/>
                <a:gd name="T65" fmla="*/ 3772 h 4045"/>
                <a:gd name="T66" fmla="*/ 1915 w 1926"/>
                <a:gd name="T67" fmla="*/ 3857 h 4045"/>
                <a:gd name="T68" fmla="*/ 1882 w 1926"/>
                <a:gd name="T69" fmla="*/ 3932 h 4045"/>
                <a:gd name="T70" fmla="*/ 1834 w 1926"/>
                <a:gd name="T71" fmla="*/ 3992 h 4045"/>
                <a:gd name="T72" fmla="*/ 1773 w 1926"/>
                <a:gd name="T73" fmla="*/ 4032 h 4045"/>
                <a:gd name="T74" fmla="*/ 1702 w 1926"/>
                <a:gd name="T75" fmla="*/ 4045 h 4045"/>
                <a:gd name="T76" fmla="*/ 188 w 1926"/>
                <a:gd name="T77" fmla="*/ 4041 h 4045"/>
                <a:gd name="T78" fmla="*/ 122 w 1926"/>
                <a:gd name="T79" fmla="*/ 4014 h 4045"/>
                <a:gd name="T80" fmla="*/ 66 w 1926"/>
                <a:gd name="T81" fmla="*/ 3964 h 4045"/>
                <a:gd name="T82" fmla="*/ 25 w 1926"/>
                <a:gd name="T83" fmla="*/ 3897 h 4045"/>
                <a:gd name="T84" fmla="*/ 3 w 1926"/>
                <a:gd name="T85" fmla="*/ 3816 h 4045"/>
                <a:gd name="T86" fmla="*/ 0 w 1926"/>
                <a:gd name="T87" fmla="*/ 273 h 4045"/>
                <a:gd name="T88" fmla="*/ 12 w 1926"/>
                <a:gd name="T89" fmla="*/ 188 h 4045"/>
                <a:gd name="T90" fmla="*/ 43 w 1926"/>
                <a:gd name="T91" fmla="*/ 113 h 4045"/>
                <a:gd name="T92" fmla="*/ 92 w 1926"/>
                <a:gd name="T93" fmla="*/ 53 h 4045"/>
                <a:gd name="T94" fmla="*/ 154 w 1926"/>
                <a:gd name="T95" fmla="*/ 13 h 4045"/>
                <a:gd name="T96" fmla="*/ 224 w 1926"/>
                <a:gd name="T97" fmla="*/ 0 h 40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926" h="4045">
                  <a:moveTo>
                    <a:pt x="963" y="3636"/>
                  </a:moveTo>
                  <a:lnTo>
                    <a:pt x="937" y="3639"/>
                  </a:lnTo>
                  <a:lnTo>
                    <a:pt x="914" y="3649"/>
                  </a:lnTo>
                  <a:lnTo>
                    <a:pt x="893" y="3665"/>
                  </a:lnTo>
                  <a:lnTo>
                    <a:pt x="876" y="3686"/>
                  </a:lnTo>
                  <a:lnTo>
                    <a:pt x="863" y="3712"/>
                  </a:lnTo>
                  <a:lnTo>
                    <a:pt x="854" y="3741"/>
                  </a:lnTo>
                  <a:lnTo>
                    <a:pt x="851" y="3772"/>
                  </a:lnTo>
                  <a:lnTo>
                    <a:pt x="854" y="3804"/>
                  </a:lnTo>
                  <a:lnTo>
                    <a:pt x="863" y="3832"/>
                  </a:lnTo>
                  <a:lnTo>
                    <a:pt x="876" y="3857"/>
                  </a:lnTo>
                  <a:lnTo>
                    <a:pt x="893" y="3878"/>
                  </a:lnTo>
                  <a:lnTo>
                    <a:pt x="914" y="3894"/>
                  </a:lnTo>
                  <a:lnTo>
                    <a:pt x="937" y="3905"/>
                  </a:lnTo>
                  <a:lnTo>
                    <a:pt x="963" y="3909"/>
                  </a:lnTo>
                  <a:lnTo>
                    <a:pt x="988" y="3905"/>
                  </a:lnTo>
                  <a:lnTo>
                    <a:pt x="1013" y="3894"/>
                  </a:lnTo>
                  <a:lnTo>
                    <a:pt x="1033" y="3878"/>
                  </a:lnTo>
                  <a:lnTo>
                    <a:pt x="1051" y="3857"/>
                  </a:lnTo>
                  <a:lnTo>
                    <a:pt x="1064" y="3832"/>
                  </a:lnTo>
                  <a:lnTo>
                    <a:pt x="1072" y="3804"/>
                  </a:lnTo>
                  <a:lnTo>
                    <a:pt x="1075" y="3772"/>
                  </a:lnTo>
                  <a:lnTo>
                    <a:pt x="1072" y="3741"/>
                  </a:lnTo>
                  <a:lnTo>
                    <a:pt x="1064" y="3712"/>
                  </a:lnTo>
                  <a:lnTo>
                    <a:pt x="1051" y="3686"/>
                  </a:lnTo>
                  <a:lnTo>
                    <a:pt x="1033" y="3665"/>
                  </a:lnTo>
                  <a:lnTo>
                    <a:pt x="1013" y="3649"/>
                  </a:lnTo>
                  <a:lnTo>
                    <a:pt x="988" y="3639"/>
                  </a:lnTo>
                  <a:lnTo>
                    <a:pt x="963" y="3636"/>
                  </a:lnTo>
                  <a:close/>
                  <a:moveTo>
                    <a:pt x="156" y="434"/>
                  </a:moveTo>
                  <a:lnTo>
                    <a:pt x="156" y="3540"/>
                  </a:lnTo>
                  <a:lnTo>
                    <a:pt x="1770" y="3540"/>
                  </a:lnTo>
                  <a:lnTo>
                    <a:pt x="1770" y="434"/>
                  </a:lnTo>
                  <a:lnTo>
                    <a:pt x="156" y="434"/>
                  </a:lnTo>
                  <a:close/>
                  <a:moveTo>
                    <a:pt x="727" y="197"/>
                  </a:moveTo>
                  <a:lnTo>
                    <a:pt x="716" y="200"/>
                  </a:lnTo>
                  <a:lnTo>
                    <a:pt x="707" y="207"/>
                  </a:lnTo>
                  <a:lnTo>
                    <a:pt x="701" y="217"/>
                  </a:lnTo>
                  <a:lnTo>
                    <a:pt x="699" y="230"/>
                  </a:lnTo>
                  <a:lnTo>
                    <a:pt x="701" y="243"/>
                  </a:lnTo>
                  <a:lnTo>
                    <a:pt x="707" y="254"/>
                  </a:lnTo>
                  <a:lnTo>
                    <a:pt x="716" y="260"/>
                  </a:lnTo>
                  <a:lnTo>
                    <a:pt x="727" y="262"/>
                  </a:lnTo>
                  <a:lnTo>
                    <a:pt x="1199" y="262"/>
                  </a:lnTo>
                  <a:lnTo>
                    <a:pt x="1210" y="260"/>
                  </a:lnTo>
                  <a:lnTo>
                    <a:pt x="1218" y="254"/>
                  </a:lnTo>
                  <a:lnTo>
                    <a:pt x="1224" y="243"/>
                  </a:lnTo>
                  <a:lnTo>
                    <a:pt x="1226" y="230"/>
                  </a:lnTo>
                  <a:lnTo>
                    <a:pt x="1224" y="217"/>
                  </a:lnTo>
                  <a:lnTo>
                    <a:pt x="1218" y="207"/>
                  </a:lnTo>
                  <a:lnTo>
                    <a:pt x="1210" y="200"/>
                  </a:lnTo>
                  <a:lnTo>
                    <a:pt x="1199" y="197"/>
                  </a:lnTo>
                  <a:lnTo>
                    <a:pt x="727" y="197"/>
                  </a:lnTo>
                  <a:close/>
                  <a:moveTo>
                    <a:pt x="224" y="0"/>
                  </a:moveTo>
                  <a:lnTo>
                    <a:pt x="1702" y="0"/>
                  </a:lnTo>
                  <a:lnTo>
                    <a:pt x="1738" y="4"/>
                  </a:lnTo>
                  <a:lnTo>
                    <a:pt x="1773" y="13"/>
                  </a:lnTo>
                  <a:lnTo>
                    <a:pt x="1805" y="31"/>
                  </a:lnTo>
                  <a:lnTo>
                    <a:pt x="1834" y="53"/>
                  </a:lnTo>
                  <a:lnTo>
                    <a:pt x="1860" y="81"/>
                  </a:lnTo>
                  <a:lnTo>
                    <a:pt x="1882" y="113"/>
                  </a:lnTo>
                  <a:lnTo>
                    <a:pt x="1900" y="148"/>
                  </a:lnTo>
                  <a:lnTo>
                    <a:pt x="1915" y="188"/>
                  </a:lnTo>
                  <a:lnTo>
                    <a:pt x="1923" y="229"/>
                  </a:lnTo>
                  <a:lnTo>
                    <a:pt x="1926" y="273"/>
                  </a:lnTo>
                  <a:lnTo>
                    <a:pt x="1926" y="3772"/>
                  </a:lnTo>
                  <a:lnTo>
                    <a:pt x="1923" y="3816"/>
                  </a:lnTo>
                  <a:lnTo>
                    <a:pt x="1915" y="3857"/>
                  </a:lnTo>
                  <a:lnTo>
                    <a:pt x="1900" y="3897"/>
                  </a:lnTo>
                  <a:lnTo>
                    <a:pt x="1882" y="3932"/>
                  </a:lnTo>
                  <a:lnTo>
                    <a:pt x="1860" y="3964"/>
                  </a:lnTo>
                  <a:lnTo>
                    <a:pt x="1834" y="3992"/>
                  </a:lnTo>
                  <a:lnTo>
                    <a:pt x="1805" y="4014"/>
                  </a:lnTo>
                  <a:lnTo>
                    <a:pt x="1773" y="4032"/>
                  </a:lnTo>
                  <a:lnTo>
                    <a:pt x="1738" y="4041"/>
                  </a:lnTo>
                  <a:lnTo>
                    <a:pt x="1702" y="4045"/>
                  </a:lnTo>
                  <a:lnTo>
                    <a:pt x="224" y="4045"/>
                  </a:lnTo>
                  <a:lnTo>
                    <a:pt x="188" y="4041"/>
                  </a:lnTo>
                  <a:lnTo>
                    <a:pt x="154" y="4032"/>
                  </a:lnTo>
                  <a:lnTo>
                    <a:pt x="122" y="4014"/>
                  </a:lnTo>
                  <a:lnTo>
                    <a:pt x="92" y="3992"/>
                  </a:lnTo>
                  <a:lnTo>
                    <a:pt x="66" y="3964"/>
                  </a:lnTo>
                  <a:lnTo>
                    <a:pt x="43" y="3932"/>
                  </a:lnTo>
                  <a:lnTo>
                    <a:pt x="25" y="3897"/>
                  </a:lnTo>
                  <a:lnTo>
                    <a:pt x="12" y="3857"/>
                  </a:lnTo>
                  <a:lnTo>
                    <a:pt x="3" y="3816"/>
                  </a:lnTo>
                  <a:lnTo>
                    <a:pt x="0" y="3772"/>
                  </a:lnTo>
                  <a:lnTo>
                    <a:pt x="0" y="273"/>
                  </a:lnTo>
                  <a:lnTo>
                    <a:pt x="3" y="229"/>
                  </a:lnTo>
                  <a:lnTo>
                    <a:pt x="12" y="188"/>
                  </a:lnTo>
                  <a:lnTo>
                    <a:pt x="25" y="148"/>
                  </a:lnTo>
                  <a:lnTo>
                    <a:pt x="43" y="113"/>
                  </a:lnTo>
                  <a:lnTo>
                    <a:pt x="66" y="81"/>
                  </a:lnTo>
                  <a:lnTo>
                    <a:pt x="92" y="53"/>
                  </a:lnTo>
                  <a:lnTo>
                    <a:pt x="122" y="31"/>
                  </a:lnTo>
                  <a:lnTo>
                    <a:pt x="154" y="13"/>
                  </a:lnTo>
                  <a:lnTo>
                    <a:pt x="188" y="4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8A6E5B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973D82CF-0F3E-4284-AD6F-A5965E47A948}"/>
                </a:ext>
              </a:extLst>
            </p:cNvPr>
            <p:cNvSpPr/>
            <p:nvPr/>
          </p:nvSpPr>
          <p:spPr>
            <a:xfrm>
              <a:off x="1220787" y="3134979"/>
              <a:ext cx="165100" cy="18000"/>
            </a:xfrm>
            <a:prstGeom prst="rect">
              <a:avLst/>
            </a:prstGeom>
            <a:solidFill>
              <a:srgbClr val="8A6E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B74D10E1-0D1E-4810-B333-DC5789FEEB65}"/>
                </a:ext>
              </a:extLst>
            </p:cNvPr>
            <p:cNvSpPr/>
            <p:nvPr/>
          </p:nvSpPr>
          <p:spPr>
            <a:xfrm>
              <a:off x="1220787" y="3178277"/>
              <a:ext cx="165100" cy="18000"/>
            </a:xfrm>
            <a:prstGeom prst="rect">
              <a:avLst/>
            </a:prstGeom>
            <a:solidFill>
              <a:srgbClr val="8A6E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E11FA875-FACD-4DB8-A836-51B9E7D19D46}"/>
                </a:ext>
              </a:extLst>
            </p:cNvPr>
            <p:cNvSpPr/>
            <p:nvPr/>
          </p:nvSpPr>
          <p:spPr>
            <a:xfrm>
              <a:off x="1220787" y="3221575"/>
              <a:ext cx="165100" cy="18000"/>
            </a:xfrm>
            <a:prstGeom prst="rect">
              <a:avLst/>
            </a:prstGeom>
            <a:solidFill>
              <a:srgbClr val="8A6E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6761F07F-3D7E-49E7-B62E-3F3E1200FB44}"/>
                </a:ext>
              </a:extLst>
            </p:cNvPr>
            <p:cNvSpPr/>
            <p:nvPr/>
          </p:nvSpPr>
          <p:spPr>
            <a:xfrm>
              <a:off x="1220787" y="3264873"/>
              <a:ext cx="165100" cy="18000"/>
            </a:xfrm>
            <a:prstGeom prst="rect">
              <a:avLst/>
            </a:prstGeom>
            <a:solidFill>
              <a:srgbClr val="8A6E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81DA4055-4B4C-4F5D-A7B9-D4D06C3FDA5E}"/>
                </a:ext>
              </a:extLst>
            </p:cNvPr>
            <p:cNvSpPr/>
            <p:nvPr/>
          </p:nvSpPr>
          <p:spPr>
            <a:xfrm>
              <a:off x="1220787" y="3308171"/>
              <a:ext cx="165100" cy="18000"/>
            </a:xfrm>
            <a:prstGeom prst="rect">
              <a:avLst/>
            </a:prstGeom>
            <a:solidFill>
              <a:srgbClr val="8A6E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728CBFEB-50F2-40BB-AC06-7FAC1F338447}"/>
                </a:ext>
              </a:extLst>
            </p:cNvPr>
            <p:cNvSpPr/>
            <p:nvPr/>
          </p:nvSpPr>
          <p:spPr>
            <a:xfrm>
              <a:off x="1220787" y="3351469"/>
              <a:ext cx="165100" cy="18000"/>
            </a:xfrm>
            <a:prstGeom prst="rect">
              <a:avLst/>
            </a:prstGeom>
            <a:solidFill>
              <a:srgbClr val="8A6E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BF3A983F-0524-406D-BEF1-0E968C9EA39F}"/>
              </a:ext>
            </a:extLst>
          </p:cNvPr>
          <p:cNvSpPr/>
          <p:nvPr/>
        </p:nvSpPr>
        <p:spPr>
          <a:xfrm>
            <a:off x="7215200" y="4961875"/>
            <a:ext cx="3276967" cy="10663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하단</a:t>
            </a:r>
            <a:endParaRPr lang="en-US" altLang="ko-KR" sz="1600" b="1" dirty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뒤로가기</a:t>
            </a:r>
            <a:r>
              <a:rPr lang="en-US" altLang="ko-KR" sz="1400" dirty="0">
                <a:solidFill>
                  <a:prstClr val="black">
                    <a:lumMod val="65000"/>
                    <a:lumOff val="35000"/>
                  </a:prstClr>
                </a:solidFill>
              </a:rPr>
              <a:t>, </a:t>
            </a:r>
            <a:r>
              <a:rPr lang="ko-KR" altLang="en-US" sz="140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메인화면버튼</a:t>
            </a:r>
            <a:r>
              <a:rPr lang="en-US" altLang="ko-KR" sz="1400" dirty="0">
                <a:solidFill>
                  <a:prstClr val="black">
                    <a:lumMod val="65000"/>
                    <a:lumOff val="35000"/>
                  </a:prstClr>
                </a:solidFill>
              </a:rPr>
              <a:t>, </a:t>
            </a:r>
            <a:r>
              <a:rPr lang="ko-KR" altLang="en-US" sz="1400" dirty="0">
                <a:solidFill>
                  <a:prstClr val="black">
                    <a:lumMod val="65000"/>
                    <a:lumOff val="35000"/>
                  </a:prstClr>
                </a:solidFill>
              </a:rPr>
              <a:t>설정 버튼 기능 제공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4B95A9B0-B1AB-47AB-A779-92F6E41EB395}"/>
              </a:ext>
            </a:extLst>
          </p:cNvPr>
          <p:cNvSpPr/>
          <p:nvPr/>
        </p:nvSpPr>
        <p:spPr>
          <a:xfrm>
            <a:off x="6688322" y="5337685"/>
            <a:ext cx="42191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</a:rPr>
              <a:t>03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7697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자유형 48"/>
          <p:cNvSpPr/>
          <p:nvPr/>
        </p:nvSpPr>
        <p:spPr>
          <a:xfrm>
            <a:off x="2" y="0"/>
            <a:ext cx="12191999" cy="965200"/>
          </a:xfrm>
          <a:custGeom>
            <a:avLst/>
            <a:gdLst>
              <a:gd name="connsiteX0" fmla="*/ 0 w 12191999"/>
              <a:gd name="connsiteY0" fmla="*/ 0 h 965200"/>
              <a:gd name="connsiteX1" fmla="*/ 12191999 w 12191999"/>
              <a:gd name="connsiteY1" fmla="*/ 0 h 965200"/>
              <a:gd name="connsiteX2" fmla="*/ 12191999 w 12191999"/>
              <a:gd name="connsiteY2" fmla="*/ 621393 h 965200"/>
              <a:gd name="connsiteX3" fmla="*/ 11155972 w 12191999"/>
              <a:gd name="connsiteY3" fmla="*/ 621393 h 965200"/>
              <a:gd name="connsiteX4" fmla="*/ 11009922 w 12191999"/>
              <a:gd name="connsiteY4" fmla="*/ 767443 h 965200"/>
              <a:gd name="connsiteX5" fmla="*/ 11015966 w 12191999"/>
              <a:gd name="connsiteY5" fmla="*/ 797379 h 965200"/>
              <a:gd name="connsiteX6" fmla="*/ 9981222 w 12191999"/>
              <a:gd name="connsiteY6" fmla="*/ 797379 h 965200"/>
              <a:gd name="connsiteX7" fmla="*/ 9835172 w 12191999"/>
              <a:gd name="connsiteY7" fmla="*/ 943429 h 965200"/>
              <a:gd name="connsiteX8" fmla="*/ 9839567 w 12191999"/>
              <a:gd name="connsiteY8" fmla="*/ 965200 h 965200"/>
              <a:gd name="connsiteX9" fmla="*/ 8241580 w 12191999"/>
              <a:gd name="connsiteY9" fmla="*/ 965200 h 965200"/>
              <a:gd name="connsiteX10" fmla="*/ 8219038 w 12191999"/>
              <a:gd name="connsiteY10" fmla="*/ 931765 h 965200"/>
              <a:gd name="connsiteX11" fmla="*/ 8123462 w 12191999"/>
              <a:gd name="connsiteY11" fmla="*/ 892177 h 965200"/>
              <a:gd name="connsiteX12" fmla="*/ 5353956 w 12191999"/>
              <a:gd name="connsiteY12" fmla="*/ 892177 h 965200"/>
              <a:gd name="connsiteX13" fmla="*/ 5258380 w 12191999"/>
              <a:gd name="connsiteY13" fmla="*/ 931765 h 965200"/>
              <a:gd name="connsiteX14" fmla="*/ 5235837 w 12191999"/>
              <a:gd name="connsiteY14" fmla="*/ 965200 h 965200"/>
              <a:gd name="connsiteX15" fmla="*/ 689794 w 12191999"/>
              <a:gd name="connsiteY15" fmla="*/ 965200 h 965200"/>
              <a:gd name="connsiteX16" fmla="*/ 694190 w 12191999"/>
              <a:gd name="connsiteY16" fmla="*/ 943429 h 965200"/>
              <a:gd name="connsiteX17" fmla="*/ 548140 w 12191999"/>
              <a:gd name="connsiteY17" fmla="*/ 797379 h 965200"/>
              <a:gd name="connsiteX18" fmla="*/ 393968 w 12191999"/>
              <a:gd name="connsiteY18" fmla="*/ 797379 h 965200"/>
              <a:gd name="connsiteX19" fmla="*/ 394151 w 12191999"/>
              <a:gd name="connsiteY19" fmla="*/ 796472 h 965200"/>
              <a:gd name="connsiteX20" fmla="*/ 248101 w 12191999"/>
              <a:gd name="connsiteY20" fmla="*/ 650422 h 965200"/>
              <a:gd name="connsiteX21" fmla="*/ 0 w 12191999"/>
              <a:gd name="connsiteY21" fmla="*/ 650422 h 96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2191999" h="965200">
                <a:moveTo>
                  <a:pt x="0" y="0"/>
                </a:moveTo>
                <a:lnTo>
                  <a:pt x="12191999" y="0"/>
                </a:lnTo>
                <a:lnTo>
                  <a:pt x="12191999" y="621393"/>
                </a:lnTo>
                <a:lnTo>
                  <a:pt x="11155972" y="621393"/>
                </a:lnTo>
                <a:cubicBezTo>
                  <a:pt x="11075311" y="621393"/>
                  <a:pt x="11009922" y="686782"/>
                  <a:pt x="11009922" y="767443"/>
                </a:cubicBezTo>
                <a:lnTo>
                  <a:pt x="11015966" y="797379"/>
                </a:lnTo>
                <a:lnTo>
                  <a:pt x="9981222" y="797379"/>
                </a:lnTo>
                <a:cubicBezTo>
                  <a:pt x="9900561" y="797379"/>
                  <a:pt x="9835172" y="862768"/>
                  <a:pt x="9835172" y="943429"/>
                </a:cubicBezTo>
                <a:lnTo>
                  <a:pt x="9839567" y="965200"/>
                </a:lnTo>
                <a:lnTo>
                  <a:pt x="8241580" y="965200"/>
                </a:lnTo>
                <a:lnTo>
                  <a:pt x="8219038" y="931765"/>
                </a:lnTo>
                <a:cubicBezTo>
                  <a:pt x="8194578" y="907305"/>
                  <a:pt x="8160787" y="892177"/>
                  <a:pt x="8123462" y="892177"/>
                </a:cubicBezTo>
                <a:lnTo>
                  <a:pt x="5353956" y="892177"/>
                </a:lnTo>
                <a:cubicBezTo>
                  <a:pt x="5316631" y="892177"/>
                  <a:pt x="5282840" y="907305"/>
                  <a:pt x="5258380" y="931765"/>
                </a:cubicBezTo>
                <a:lnTo>
                  <a:pt x="5235837" y="965200"/>
                </a:lnTo>
                <a:lnTo>
                  <a:pt x="689794" y="965200"/>
                </a:lnTo>
                <a:lnTo>
                  <a:pt x="694190" y="943429"/>
                </a:lnTo>
                <a:cubicBezTo>
                  <a:pt x="694190" y="862768"/>
                  <a:pt x="628801" y="797379"/>
                  <a:pt x="548140" y="797379"/>
                </a:cubicBezTo>
                <a:lnTo>
                  <a:pt x="393968" y="797379"/>
                </a:lnTo>
                <a:lnTo>
                  <a:pt x="394151" y="796472"/>
                </a:lnTo>
                <a:cubicBezTo>
                  <a:pt x="394151" y="715811"/>
                  <a:pt x="328762" y="650422"/>
                  <a:pt x="248101" y="650422"/>
                </a:cubicBezTo>
                <a:lnTo>
                  <a:pt x="0" y="650422"/>
                </a:lnTo>
                <a:close/>
              </a:path>
            </a:pathLst>
          </a:custGeom>
          <a:solidFill>
            <a:srgbClr val="8CD3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2">
              <a:lnSpc>
                <a:spcPct val="150000"/>
              </a:lnSpc>
            </a:pPr>
            <a:r>
              <a:rPr lang="en-US" altLang="ko-KR" sz="1600" i="1" dirty="0">
                <a:solidFill>
                  <a:prstClr val="white"/>
                </a:solidFill>
              </a:rPr>
              <a:t>Cocktail </a:t>
            </a:r>
            <a:r>
              <a:rPr lang="en-US" altLang="ko-KR" sz="2000" b="1" i="1" dirty="0">
                <a:solidFill>
                  <a:prstClr val="white"/>
                </a:solidFill>
              </a:rPr>
              <a:t>APPLICATION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BE4AA6-A102-46A0-B5C4-0360C2C46A13}"/>
              </a:ext>
            </a:extLst>
          </p:cNvPr>
          <p:cNvSpPr txBox="1"/>
          <p:nvPr/>
        </p:nvSpPr>
        <p:spPr>
          <a:xfrm>
            <a:off x="1516109" y="990498"/>
            <a:ext cx="63809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App</a:t>
            </a:r>
            <a:r>
              <a:rPr lang="ko-KR" altLang="en-US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의 </a:t>
            </a:r>
            <a:r>
              <a:rPr lang="en-US" altLang="ko-KR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UI //Menu</a:t>
            </a:r>
            <a:r>
              <a:rPr lang="ko-KR" altLang="en-US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화면</a:t>
            </a:r>
          </a:p>
        </p:txBody>
      </p: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DA3C0475-61C8-4400-BA43-9C19173A660E}"/>
              </a:ext>
            </a:extLst>
          </p:cNvPr>
          <p:cNvGrpSpPr/>
          <p:nvPr/>
        </p:nvGrpSpPr>
        <p:grpSpPr>
          <a:xfrm>
            <a:off x="755728" y="2434300"/>
            <a:ext cx="4355191" cy="1066085"/>
            <a:chOff x="990600" y="3175715"/>
            <a:chExt cx="4355191" cy="1190171"/>
          </a:xfrm>
        </p:grpSpPr>
        <p:sp>
          <p:nvSpPr>
            <p:cNvPr id="67" name="양쪽 모서리가 둥근 사각형 37">
              <a:extLst>
                <a:ext uri="{FF2B5EF4-FFF2-40B4-BE49-F238E27FC236}">
                  <a16:creationId xmlns:a16="http://schemas.microsoft.com/office/drawing/2014/main" id="{8ED37D84-B858-48EA-98BF-E836D69B8379}"/>
                </a:ext>
              </a:extLst>
            </p:cNvPr>
            <p:cNvSpPr/>
            <p:nvPr/>
          </p:nvSpPr>
          <p:spPr>
            <a:xfrm rot="16200000" flipH="1">
              <a:off x="695002" y="3479738"/>
              <a:ext cx="1181746" cy="590550"/>
            </a:xfrm>
            <a:prstGeom prst="round2SameRect">
              <a:avLst>
                <a:gd name="adj1" fmla="val 32796"/>
                <a:gd name="adj2" fmla="val 0"/>
              </a:avLst>
            </a:prstGeom>
            <a:solidFill>
              <a:srgbClr val="FB716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" name="모서리가 둥근 직사각형 38">
              <a:extLst>
                <a:ext uri="{FF2B5EF4-FFF2-40B4-BE49-F238E27FC236}">
                  <a16:creationId xmlns:a16="http://schemas.microsoft.com/office/drawing/2014/main" id="{A7E583D4-103E-4B37-A5A4-7D8F962A4AB7}"/>
                </a:ext>
              </a:extLst>
            </p:cNvPr>
            <p:cNvSpPr/>
            <p:nvPr/>
          </p:nvSpPr>
          <p:spPr>
            <a:xfrm>
              <a:off x="990600" y="3175715"/>
              <a:ext cx="4355191" cy="1190171"/>
            </a:xfrm>
            <a:prstGeom prst="roundRect">
              <a:avLst/>
            </a:prstGeom>
            <a:noFill/>
            <a:ln w="28575">
              <a:solidFill>
                <a:srgbClr val="8A6E5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9" name="모서리가 둥근 직사각형 49">
            <a:extLst>
              <a:ext uri="{FF2B5EF4-FFF2-40B4-BE49-F238E27FC236}">
                <a16:creationId xmlns:a16="http://schemas.microsoft.com/office/drawing/2014/main" id="{0702199F-BCA0-47B0-AB50-DFBD65B8B46C}"/>
              </a:ext>
            </a:extLst>
          </p:cNvPr>
          <p:cNvSpPr/>
          <p:nvPr/>
        </p:nvSpPr>
        <p:spPr>
          <a:xfrm>
            <a:off x="914294" y="2236980"/>
            <a:ext cx="273418" cy="438352"/>
          </a:xfrm>
          <a:prstGeom prst="roundRect">
            <a:avLst/>
          </a:prstGeom>
          <a:solidFill>
            <a:srgbClr val="FFFBE8"/>
          </a:solidFill>
          <a:ln w="28575">
            <a:solidFill>
              <a:srgbClr val="8A6E5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0" name="Group 20">
            <a:extLst>
              <a:ext uri="{FF2B5EF4-FFF2-40B4-BE49-F238E27FC236}">
                <a16:creationId xmlns:a16="http://schemas.microsoft.com/office/drawing/2014/main" id="{248854E7-5F56-4FF4-9E0B-0FECFE295A0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79357" y="2358427"/>
            <a:ext cx="143292" cy="195458"/>
            <a:chOff x="2597" y="4163"/>
            <a:chExt cx="217" cy="296"/>
          </a:xfrm>
          <a:solidFill>
            <a:srgbClr val="8A6E5B"/>
          </a:solidFill>
        </p:grpSpPr>
        <p:sp>
          <p:nvSpPr>
            <p:cNvPr id="71" name="Freeform 22">
              <a:extLst>
                <a:ext uri="{FF2B5EF4-FFF2-40B4-BE49-F238E27FC236}">
                  <a16:creationId xmlns:a16="http://schemas.microsoft.com/office/drawing/2014/main" id="{DAA04722-D995-4867-9616-BE389751CD3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30" y="4163"/>
              <a:ext cx="151" cy="176"/>
            </a:xfrm>
            <a:custGeom>
              <a:avLst/>
              <a:gdLst>
                <a:gd name="T0" fmla="*/ 410 w 1662"/>
                <a:gd name="T1" fmla="*/ 645 h 1942"/>
                <a:gd name="T2" fmla="*/ 309 w 1662"/>
                <a:gd name="T3" fmla="*/ 847 h 1942"/>
                <a:gd name="T4" fmla="*/ 255 w 1662"/>
                <a:gd name="T5" fmla="*/ 1023 h 1942"/>
                <a:gd name="T6" fmla="*/ 263 w 1662"/>
                <a:gd name="T7" fmla="*/ 1206 h 1942"/>
                <a:gd name="T8" fmla="*/ 347 w 1662"/>
                <a:gd name="T9" fmla="*/ 1429 h 1942"/>
                <a:gd name="T10" fmla="*/ 476 w 1662"/>
                <a:gd name="T11" fmla="*/ 1620 h 1942"/>
                <a:gd name="T12" fmla="*/ 638 w 1662"/>
                <a:gd name="T13" fmla="*/ 1753 h 1942"/>
                <a:gd name="T14" fmla="*/ 825 w 1662"/>
                <a:gd name="T15" fmla="*/ 1803 h 1942"/>
                <a:gd name="T16" fmla="*/ 1013 w 1662"/>
                <a:gd name="T17" fmla="*/ 1753 h 1942"/>
                <a:gd name="T18" fmla="*/ 1176 w 1662"/>
                <a:gd name="T19" fmla="*/ 1619 h 1942"/>
                <a:gd name="T20" fmla="*/ 1305 w 1662"/>
                <a:gd name="T21" fmla="*/ 1428 h 1942"/>
                <a:gd name="T22" fmla="*/ 1388 w 1662"/>
                <a:gd name="T23" fmla="*/ 1205 h 1942"/>
                <a:gd name="T24" fmla="*/ 1418 w 1662"/>
                <a:gd name="T25" fmla="*/ 974 h 1942"/>
                <a:gd name="T26" fmla="*/ 1266 w 1662"/>
                <a:gd name="T27" fmla="*/ 836 h 1942"/>
                <a:gd name="T28" fmla="*/ 1012 w 1662"/>
                <a:gd name="T29" fmla="*/ 794 h 1942"/>
                <a:gd name="T30" fmla="*/ 806 w 1662"/>
                <a:gd name="T31" fmla="*/ 713 h 1942"/>
                <a:gd name="T32" fmla="*/ 646 w 1662"/>
                <a:gd name="T33" fmla="*/ 610 h 1942"/>
                <a:gd name="T34" fmla="*/ 526 w 1662"/>
                <a:gd name="T35" fmla="*/ 499 h 1942"/>
                <a:gd name="T36" fmla="*/ 944 w 1662"/>
                <a:gd name="T37" fmla="*/ 23 h 1942"/>
                <a:gd name="T38" fmla="*/ 1152 w 1662"/>
                <a:gd name="T39" fmla="*/ 118 h 1942"/>
                <a:gd name="T40" fmla="*/ 1271 w 1662"/>
                <a:gd name="T41" fmla="*/ 205 h 1942"/>
                <a:gd name="T42" fmla="*/ 1388 w 1662"/>
                <a:gd name="T43" fmla="*/ 323 h 1942"/>
                <a:gd name="T44" fmla="*/ 1455 w 1662"/>
                <a:gd name="T45" fmla="*/ 429 h 1942"/>
                <a:gd name="T46" fmla="*/ 1524 w 1662"/>
                <a:gd name="T47" fmla="*/ 626 h 1942"/>
                <a:gd name="T48" fmla="*/ 1555 w 1662"/>
                <a:gd name="T49" fmla="*/ 892 h 1942"/>
                <a:gd name="T50" fmla="*/ 1619 w 1662"/>
                <a:gd name="T51" fmla="*/ 939 h 1942"/>
                <a:gd name="T52" fmla="*/ 1657 w 1662"/>
                <a:gd name="T53" fmla="*/ 1032 h 1942"/>
                <a:gd name="T54" fmla="*/ 1655 w 1662"/>
                <a:gd name="T55" fmla="*/ 1183 h 1942"/>
                <a:gd name="T56" fmla="*/ 1611 w 1662"/>
                <a:gd name="T57" fmla="*/ 1304 h 1942"/>
                <a:gd name="T58" fmla="*/ 1537 w 1662"/>
                <a:gd name="T59" fmla="*/ 1372 h 1942"/>
                <a:gd name="T60" fmla="*/ 1445 w 1662"/>
                <a:gd name="T61" fmla="*/ 1454 h 1942"/>
                <a:gd name="T62" fmla="*/ 1313 w 1662"/>
                <a:gd name="T63" fmla="*/ 1670 h 1942"/>
                <a:gd name="T64" fmla="*/ 1141 w 1662"/>
                <a:gd name="T65" fmla="*/ 1836 h 1942"/>
                <a:gd name="T66" fmla="*/ 937 w 1662"/>
                <a:gd name="T67" fmla="*/ 1930 h 1942"/>
                <a:gd name="T68" fmla="*/ 714 w 1662"/>
                <a:gd name="T69" fmla="*/ 1930 h 1942"/>
                <a:gd name="T70" fmla="*/ 510 w 1662"/>
                <a:gd name="T71" fmla="*/ 1836 h 1942"/>
                <a:gd name="T72" fmla="*/ 337 w 1662"/>
                <a:gd name="T73" fmla="*/ 1669 h 1942"/>
                <a:gd name="T74" fmla="*/ 205 w 1662"/>
                <a:gd name="T75" fmla="*/ 1452 h 1942"/>
                <a:gd name="T76" fmla="*/ 111 w 1662"/>
                <a:gd name="T77" fmla="*/ 1364 h 1942"/>
                <a:gd name="T78" fmla="*/ 39 w 1662"/>
                <a:gd name="T79" fmla="*/ 1284 h 1942"/>
                <a:gd name="T80" fmla="*/ 2 w 1662"/>
                <a:gd name="T81" fmla="*/ 1143 h 1942"/>
                <a:gd name="T82" fmla="*/ 9 w 1662"/>
                <a:gd name="T83" fmla="*/ 1009 h 1942"/>
                <a:gd name="T84" fmla="*/ 50 w 1662"/>
                <a:gd name="T85" fmla="*/ 930 h 1942"/>
                <a:gd name="T86" fmla="*/ 98 w 1662"/>
                <a:gd name="T87" fmla="*/ 851 h 1942"/>
                <a:gd name="T88" fmla="*/ 85 w 1662"/>
                <a:gd name="T89" fmla="*/ 643 h 1942"/>
                <a:gd name="T90" fmla="*/ 120 w 1662"/>
                <a:gd name="T91" fmla="*/ 487 h 1942"/>
                <a:gd name="T92" fmla="*/ 183 w 1662"/>
                <a:gd name="T93" fmla="*/ 377 h 1942"/>
                <a:gd name="T94" fmla="*/ 257 w 1662"/>
                <a:gd name="T95" fmla="*/ 305 h 1942"/>
                <a:gd name="T96" fmla="*/ 319 w 1662"/>
                <a:gd name="T97" fmla="*/ 266 h 1942"/>
                <a:gd name="T98" fmla="*/ 352 w 1662"/>
                <a:gd name="T99" fmla="*/ 246 h 1942"/>
                <a:gd name="T100" fmla="*/ 390 w 1662"/>
                <a:gd name="T101" fmla="*/ 196 h 1942"/>
                <a:gd name="T102" fmla="*/ 459 w 1662"/>
                <a:gd name="T103" fmla="*/ 127 h 1942"/>
                <a:gd name="T104" fmla="*/ 559 w 1662"/>
                <a:gd name="T105" fmla="*/ 57 h 1942"/>
                <a:gd name="T106" fmla="*/ 690 w 1662"/>
                <a:gd name="T107" fmla="*/ 10 h 19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662" h="1942">
                  <a:moveTo>
                    <a:pt x="526" y="499"/>
                  </a:moveTo>
                  <a:lnTo>
                    <a:pt x="484" y="546"/>
                  </a:lnTo>
                  <a:lnTo>
                    <a:pt x="445" y="595"/>
                  </a:lnTo>
                  <a:lnTo>
                    <a:pt x="410" y="645"/>
                  </a:lnTo>
                  <a:lnTo>
                    <a:pt x="379" y="696"/>
                  </a:lnTo>
                  <a:lnTo>
                    <a:pt x="352" y="747"/>
                  </a:lnTo>
                  <a:lnTo>
                    <a:pt x="329" y="797"/>
                  </a:lnTo>
                  <a:lnTo>
                    <a:pt x="309" y="847"/>
                  </a:lnTo>
                  <a:lnTo>
                    <a:pt x="291" y="895"/>
                  </a:lnTo>
                  <a:lnTo>
                    <a:pt x="277" y="941"/>
                  </a:lnTo>
                  <a:lnTo>
                    <a:pt x="264" y="984"/>
                  </a:lnTo>
                  <a:lnTo>
                    <a:pt x="255" y="1023"/>
                  </a:lnTo>
                  <a:lnTo>
                    <a:pt x="247" y="1059"/>
                  </a:lnTo>
                  <a:lnTo>
                    <a:pt x="241" y="1091"/>
                  </a:lnTo>
                  <a:lnTo>
                    <a:pt x="250" y="1148"/>
                  </a:lnTo>
                  <a:lnTo>
                    <a:pt x="263" y="1206"/>
                  </a:lnTo>
                  <a:lnTo>
                    <a:pt x="280" y="1263"/>
                  </a:lnTo>
                  <a:lnTo>
                    <a:pt x="299" y="1320"/>
                  </a:lnTo>
                  <a:lnTo>
                    <a:pt x="322" y="1375"/>
                  </a:lnTo>
                  <a:lnTo>
                    <a:pt x="347" y="1429"/>
                  </a:lnTo>
                  <a:lnTo>
                    <a:pt x="375" y="1480"/>
                  </a:lnTo>
                  <a:lnTo>
                    <a:pt x="406" y="1530"/>
                  </a:lnTo>
                  <a:lnTo>
                    <a:pt x="440" y="1576"/>
                  </a:lnTo>
                  <a:lnTo>
                    <a:pt x="476" y="1620"/>
                  </a:lnTo>
                  <a:lnTo>
                    <a:pt x="513" y="1659"/>
                  </a:lnTo>
                  <a:lnTo>
                    <a:pt x="553" y="1695"/>
                  </a:lnTo>
                  <a:lnTo>
                    <a:pt x="594" y="1726"/>
                  </a:lnTo>
                  <a:lnTo>
                    <a:pt x="638" y="1753"/>
                  </a:lnTo>
                  <a:lnTo>
                    <a:pt x="683" y="1774"/>
                  </a:lnTo>
                  <a:lnTo>
                    <a:pt x="729" y="1789"/>
                  </a:lnTo>
                  <a:lnTo>
                    <a:pt x="777" y="1800"/>
                  </a:lnTo>
                  <a:lnTo>
                    <a:pt x="825" y="1803"/>
                  </a:lnTo>
                  <a:lnTo>
                    <a:pt x="875" y="1800"/>
                  </a:lnTo>
                  <a:lnTo>
                    <a:pt x="922" y="1789"/>
                  </a:lnTo>
                  <a:lnTo>
                    <a:pt x="968" y="1774"/>
                  </a:lnTo>
                  <a:lnTo>
                    <a:pt x="1013" y="1753"/>
                  </a:lnTo>
                  <a:lnTo>
                    <a:pt x="1056" y="1726"/>
                  </a:lnTo>
                  <a:lnTo>
                    <a:pt x="1099" y="1695"/>
                  </a:lnTo>
                  <a:lnTo>
                    <a:pt x="1139" y="1659"/>
                  </a:lnTo>
                  <a:lnTo>
                    <a:pt x="1176" y="1619"/>
                  </a:lnTo>
                  <a:lnTo>
                    <a:pt x="1212" y="1576"/>
                  </a:lnTo>
                  <a:lnTo>
                    <a:pt x="1245" y="1529"/>
                  </a:lnTo>
                  <a:lnTo>
                    <a:pt x="1276" y="1480"/>
                  </a:lnTo>
                  <a:lnTo>
                    <a:pt x="1305" y="1428"/>
                  </a:lnTo>
                  <a:lnTo>
                    <a:pt x="1330" y="1374"/>
                  </a:lnTo>
                  <a:lnTo>
                    <a:pt x="1353" y="1319"/>
                  </a:lnTo>
                  <a:lnTo>
                    <a:pt x="1372" y="1262"/>
                  </a:lnTo>
                  <a:lnTo>
                    <a:pt x="1388" y="1205"/>
                  </a:lnTo>
                  <a:lnTo>
                    <a:pt x="1401" y="1147"/>
                  </a:lnTo>
                  <a:lnTo>
                    <a:pt x="1411" y="1089"/>
                  </a:lnTo>
                  <a:lnTo>
                    <a:pt x="1416" y="1032"/>
                  </a:lnTo>
                  <a:lnTo>
                    <a:pt x="1418" y="974"/>
                  </a:lnTo>
                  <a:lnTo>
                    <a:pt x="1417" y="904"/>
                  </a:lnTo>
                  <a:lnTo>
                    <a:pt x="1414" y="838"/>
                  </a:lnTo>
                  <a:lnTo>
                    <a:pt x="1339" y="839"/>
                  </a:lnTo>
                  <a:lnTo>
                    <a:pt x="1266" y="836"/>
                  </a:lnTo>
                  <a:lnTo>
                    <a:pt x="1198" y="830"/>
                  </a:lnTo>
                  <a:lnTo>
                    <a:pt x="1133" y="820"/>
                  </a:lnTo>
                  <a:lnTo>
                    <a:pt x="1070" y="808"/>
                  </a:lnTo>
                  <a:lnTo>
                    <a:pt x="1012" y="794"/>
                  </a:lnTo>
                  <a:lnTo>
                    <a:pt x="956" y="777"/>
                  </a:lnTo>
                  <a:lnTo>
                    <a:pt x="903" y="757"/>
                  </a:lnTo>
                  <a:lnTo>
                    <a:pt x="853" y="737"/>
                  </a:lnTo>
                  <a:lnTo>
                    <a:pt x="806" y="713"/>
                  </a:lnTo>
                  <a:lnTo>
                    <a:pt x="762" y="690"/>
                  </a:lnTo>
                  <a:lnTo>
                    <a:pt x="721" y="664"/>
                  </a:lnTo>
                  <a:lnTo>
                    <a:pt x="682" y="638"/>
                  </a:lnTo>
                  <a:lnTo>
                    <a:pt x="646" y="610"/>
                  </a:lnTo>
                  <a:lnTo>
                    <a:pt x="612" y="583"/>
                  </a:lnTo>
                  <a:lnTo>
                    <a:pt x="581" y="555"/>
                  </a:lnTo>
                  <a:lnTo>
                    <a:pt x="552" y="527"/>
                  </a:lnTo>
                  <a:lnTo>
                    <a:pt x="526" y="499"/>
                  </a:lnTo>
                  <a:close/>
                  <a:moveTo>
                    <a:pt x="808" y="0"/>
                  </a:moveTo>
                  <a:lnTo>
                    <a:pt x="851" y="3"/>
                  </a:lnTo>
                  <a:lnTo>
                    <a:pt x="897" y="11"/>
                  </a:lnTo>
                  <a:lnTo>
                    <a:pt x="944" y="23"/>
                  </a:lnTo>
                  <a:lnTo>
                    <a:pt x="993" y="39"/>
                  </a:lnTo>
                  <a:lnTo>
                    <a:pt x="1044" y="60"/>
                  </a:lnTo>
                  <a:lnTo>
                    <a:pt x="1097" y="86"/>
                  </a:lnTo>
                  <a:lnTo>
                    <a:pt x="1152" y="118"/>
                  </a:lnTo>
                  <a:lnTo>
                    <a:pt x="1179" y="135"/>
                  </a:lnTo>
                  <a:lnTo>
                    <a:pt x="1208" y="155"/>
                  </a:lnTo>
                  <a:lnTo>
                    <a:pt x="1239" y="179"/>
                  </a:lnTo>
                  <a:lnTo>
                    <a:pt x="1271" y="205"/>
                  </a:lnTo>
                  <a:lnTo>
                    <a:pt x="1304" y="233"/>
                  </a:lnTo>
                  <a:lnTo>
                    <a:pt x="1334" y="261"/>
                  </a:lnTo>
                  <a:lnTo>
                    <a:pt x="1363" y="292"/>
                  </a:lnTo>
                  <a:lnTo>
                    <a:pt x="1388" y="323"/>
                  </a:lnTo>
                  <a:lnTo>
                    <a:pt x="1409" y="353"/>
                  </a:lnTo>
                  <a:lnTo>
                    <a:pt x="1409" y="353"/>
                  </a:lnTo>
                  <a:lnTo>
                    <a:pt x="1433" y="389"/>
                  </a:lnTo>
                  <a:lnTo>
                    <a:pt x="1455" y="429"/>
                  </a:lnTo>
                  <a:lnTo>
                    <a:pt x="1475" y="472"/>
                  </a:lnTo>
                  <a:lnTo>
                    <a:pt x="1493" y="519"/>
                  </a:lnTo>
                  <a:lnTo>
                    <a:pt x="1509" y="570"/>
                  </a:lnTo>
                  <a:lnTo>
                    <a:pt x="1524" y="626"/>
                  </a:lnTo>
                  <a:lnTo>
                    <a:pt x="1535" y="685"/>
                  </a:lnTo>
                  <a:lnTo>
                    <a:pt x="1545" y="749"/>
                  </a:lnTo>
                  <a:lnTo>
                    <a:pt x="1551" y="817"/>
                  </a:lnTo>
                  <a:lnTo>
                    <a:pt x="1555" y="892"/>
                  </a:lnTo>
                  <a:lnTo>
                    <a:pt x="1573" y="900"/>
                  </a:lnTo>
                  <a:lnTo>
                    <a:pt x="1590" y="910"/>
                  </a:lnTo>
                  <a:lnTo>
                    <a:pt x="1605" y="922"/>
                  </a:lnTo>
                  <a:lnTo>
                    <a:pt x="1619" y="939"/>
                  </a:lnTo>
                  <a:lnTo>
                    <a:pt x="1632" y="957"/>
                  </a:lnTo>
                  <a:lnTo>
                    <a:pt x="1642" y="979"/>
                  </a:lnTo>
                  <a:lnTo>
                    <a:pt x="1651" y="1003"/>
                  </a:lnTo>
                  <a:lnTo>
                    <a:pt x="1657" y="1032"/>
                  </a:lnTo>
                  <a:lnTo>
                    <a:pt x="1661" y="1064"/>
                  </a:lnTo>
                  <a:lnTo>
                    <a:pt x="1662" y="1102"/>
                  </a:lnTo>
                  <a:lnTo>
                    <a:pt x="1660" y="1143"/>
                  </a:lnTo>
                  <a:lnTo>
                    <a:pt x="1655" y="1183"/>
                  </a:lnTo>
                  <a:lnTo>
                    <a:pt x="1648" y="1218"/>
                  </a:lnTo>
                  <a:lnTo>
                    <a:pt x="1638" y="1250"/>
                  </a:lnTo>
                  <a:lnTo>
                    <a:pt x="1625" y="1278"/>
                  </a:lnTo>
                  <a:lnTo>
                    <a:pt x="1611" y="1304"/>
                  </a:lnTo>
                  <a:lnTo>
                    <a:pt x="1595" y="1325"/>
                  </a:lnTo>
                  <a:lnTo>
                    <a:pt x="1577" y="1344"/>
                  </a:lnTo>
                  <a:lnTo>
                    <a:pt x="1558" y="1360"/>
                  </a:lnTo>
                  <a:lnTo>
                    <a:pt x="1537" y="1372"/>
                  </a:lnTo>
                  <a:lnTo>
                    <a:pt x="1515" y="1382"/>
                  </a:lnTo>
                  <a:lnTo>
                    <a:pt x="1493" y="1390"/>
                  </a:lnTo>
                  <a:lnTo>
                    <a:pt x="1471" y="1395"/>
                  </a:lnTo>
                  <a:lnTo>
                    <a:pt x="1445" y="1454"/>
                  </a:lnTo>
                  <a:lnTo>
                    <a:pt x="1416" y="1512"/>
                  </a:lnTo>
                  <a:lnTo>
                    <a:pt x="1385" y="1567"/>
                  </a:lnTo>
                  <a:lnTo>
                    <a:pt x="1350" y="1620"/>
                  </a:lnTo>
                  <a:lnTo>
                    <a:pt x="1313" y="1670"/>
                  </a:lnTo>
                  <a:lnTo>
                    <a:pt x="1273" y="1717"/>
                  </a:lnTo>
                  <a:lnTo>
                    <a:pt x="1231" y="1761"/>
                  </a:lnTo>
                  <a:lnTo>
                    <a:pt x="1187" y="1801"/>
                  </a:lnTo>
                  <a:lnTo>
                    <a:pt x="1141" y="1836"/>
                  </a:lnTo>
                  <a:lnTo>
                    <a:pt x="1092" y="1868"/>
                  </a:lnTo>
                  <a:lnTo>
                    <a:pt x="1042" y="1893"/>
                  </a:lnTo>
                  <a:lnTo>
                    <a:pt x="990" y="1915"/>
                  </a:lnTo>
                  <a:lnTo>
                    <a:pt x="937" y="1930"/>
                  </a:lnTo>
                  <a:lnTo>
                    <a:pt x="882" y="1939"/>
                  </a:lnTo>
                  <a:lnTo>
                    <a:pt x="825" y="1942"/>
                  </a:lnTo>
                  <a:lnTo>
                    <a:pt x="769" y="1939"/>
                  </a:lnTo>
                  <a:lnTo>
                    <a:pt x="714" y="1930"/>
                  </a:lnTo>
                  <a:lnTo>
                    <a:pt x="661" y="1915"/>
                  </a:lnTo>
                  <a:lnTo>
                    <a:pt x="608" y="1893"/>
                  </a:lnTo>
                  <a:lnTo>
                    <a:pt x="558" y="1867"/>
                  </a:lnTo>
                  <a:lnTo>
                    <a:pt x="510" y="1836"/>
                  </a:lnTo>
                  <a:lnTo>
                    <a:pt x="464" y="1800"/>
                  </a:lnTo>
                  <a:lnTo>
                    <a:pt x="419" y="1760"/>
                  </a:lnTo>
                  <a:lnTo>
                    <a:pt x="377" y="1716"/>
                  </a:lnTo>
                  <a:lnTo>
                    <a:pt x="337" y="1669"/>
                  </a:lnTo>
                  <a:lnTo>
                    <a:pt x="300" y="1618"/>
                  </a:lnTo>
                  <a:lnTo>
                    <a:pt x="266" y="1565"/>
                  </a:lnTo>
                  <a:lnTo>
                    <a:pt x="234" y="1510"/>
                  </a:lnTo>
                  <a:lnTo>
                    <a:pt x="205" y="1452"/>
                  </a:lnTo>
                  <a:lnTo>
                    <a:pt x="179" y="1392"/>
                  </a:lnTo>
                  <a:lnTo>
                    <a:pt x="156" y="1386"/>
                  </a:lnTo>
                  <a:lnTo>
                    <a:pt x="133" y="1376"/>
                  </a:lnTo>
                  <a:lnTo>
                    <a:pt x="111" y="1364"/>
                  </a:lnTo>
                  <a:lnTo>
                    <a:pt x="91" y="1349"/>
                  </a:lnTo>
                  <a:lnTo>
                    <a:pt x="72" y="1330"/>
                  </a:lnTo>
                  <a:lnTo>
                    <a:pt x="55" y="1309"/>
                  </a:lnTo>
                  <a:lnTo>
                    <a:pt x="39" y="1284"/>
                  </a:lnTo>
                  <a:lnTo>
                    <a:pt x="26" y="1254"/>
                  </a:lnTo>
                  <a:lnTo>
                    <a:pt x="15" y="1221"/>
                  </a:lnTo>
                  <a:lnTo>
                    <a:pt x="7" y="1184"/>
                  </a:lnTo>
                  <a:lnTo>
                    <a:pt x="2" y="1143"/>
                  </a:lnTo>
                  <a:lnTo>
                    <a:pt x="0" y="1104"/>
                  </a:lnTo>
                  <a:lnTo>
                    <a:pt x="1" y="1068"/>
                  </a:lnTo>
                  <a:lnTo>
                    <a:pt x="4" y="1038"/>
                  </a:lnTo>
                  <a:lnTo>
                    <a:pt x="9" y="1009"/>
                  </a:lnTo>
                  <a:lnTo>
                    <a:pt x="17" y="985"/>
                  </a:lnTo>
                  <a:lnTo>
                    <a:pt x="27" y="964"/>
                  </a:lnTo>
                  <a:lnTo>
                    <a:pt x="38" y="946"/>
                  </a:lnTo>
                  <a:lnTo>
                    <a:pt x="50" y="930"/>
                  </a:lnTo>
                  <a:lnTo>
                    <a:pt x="65" y="916"/>
                  </a:lnTo>
                  <a:lnTo>
                    <a:pt x="80" y="906"/>
                  </a:lnTo>
                  <a:lnTo>
                    <a:pt x="96" y="897"/>
                  </a:lnTo>
                  <a:lnTo>
                    <a:pt x="98" y="851"/>
                  </a:lnTo>
                  <a:lnTo>
                    <a:pt x="89" y="794"/>
                  </a:lnTo>
                  <a:lnTo>
                    <a:pt x="85" y="740"/>
                  </a:lnTo>
                  <a:lnTo>
                    <a:pt x="83" y="690"/>
                  </a:lnTo>
                  <a:lnTo>
                    <a:pt x="85" y="643"/>
                  </a:lnTo>
                  <a:lnTo>
                    <a:pt x="90" y="599"/>
                  </a:lnTo>
                  <a:lnTo>
                    <a:pt x="98" y="559"/>
                  </a:lnTo>
                  <a:lnTo>
                    <a:pt x="108" y="522"/>
                  </a:lnTo>
                  <a:lnTo>
                    <a:pt x="120" y="487"/>
                  </a:lnTo>
                  <a:lnTo>
                    <a:pt x="134" y="455"/>
                  </a:lnTo>
                  <a:lnTo>
                    <a:pt x="149" y="427"/>
                  </a:lnTo>
                  <a:lnTo>
                    <a:pt x="166" y="400"/>
                  </a:lnTo>
                  <a:lnTo>
                    <a:pt x="183" y="377"/>
                  </a:lnTo>
                  <a:lnTo>
                    <a:pt x="202" y="355"/>
                  </a:lnTo>
                  <a:lnTo>
                    <a:pt x="220" y="337"/>
                  </a:lnTo>
                  <a:lnTo>
                    <a:pt x="239" y="320"/>
                  </a:lnTo>
                  <a:lnTo>
                    <a:pt x="257" y="305"/>
                  </a:lnTo>
                  <a:lnTo>
                    <a:pt x="274" y="293"/>
                  </a:lnTo>
                  <a:lnTo>
                    <a:pt x="290" y="282"/>
                  </a:lnTo>
                  <a:lnTo>
                    <a:pt x="305" y="273"/>
                  </a:lnTo>
                  <a:lnTo>
                    <a:pt x="319" y="266"/>
                  </a:lnTo>
                  <a:lnTo>
                    <a:pt x="331" y="260"/>
                  </a:lnTo>
                  <a:lnTo>
                    <a:pt x="341" y="255"/>
                  </a:lnTo>
                  <a:lnTo>
                    <a:pt x="348" y="253"/>
                  </a:lnTo>
                  <a:lnTo>
                    <a:pt x="352" y="246"/>
                  </a:lnTo>
                  <a:lnTo>
                    <a:pt x="359" y="237"/>
                  </a:lnTo>
                  <a:lnTo>
                    <a:pt x="367" y="225"/>
                  </a:lnTo>
                  <a:lnTo>
                    <a:pt x="377" y="212"/>
                  </a:lnTo>
                  <a:lnTo>
                    <a:pt x="390" y="196"/>
                  </a:lnTo>
                  <a:lnTo>
                    <a:pt x="404" y="180"/>
                  </a:lnTo>
                  <a:lnTo>
                    <a:pt x="421" y="163"/>
                  </a:lnTo>
                  <a:lnTo>
                    <a:pt x="439" y="145"/>
                  </a:lnTo>
                  <a:lnTo>
                    <a:pt x="459" y="127"/>
                  </a:lnTo>
                  <a:lnTo>
                    <a:pt x="481" y="108"/>
                  </a:lnTo>
                  <a:lnTo>
                    <a:pt x="505" y="91"/>
                  </a:lnTo>
                  <a:lnTo>
                    <a:pt x="531" y="74"/>
                  </a:lnTo>
                  <a:lnTo>
                    <a:pt x="559" y="57"/>
                  </a:lnTo>
                  <a:lnTo>
                    <a:pt x="589" y="43"/>
                  </a:lnTo>
                  <a:lnTo>
                    <a:pt x="620" y="30"/>
                  </a:lnTo>
                  <a:lnTo>
                    <a:pt x="655" y="19"/>
                  </a:lnTo>
                  <a:lnTo>
                    <a:pt x="690" y="10"/>
                  </a:lnTo>
                  <a:lnTo>
                    <a:pt x="728" y="3"/>
                  </a:lnTo>
                  <a:lnTo>
                    <a:pt x="767" y="0"/>
                  </a:lnTo>
                  <a:lnTo>
                    <a:pt x="80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72" name="Freeform 23">
              <a:extLst>
                <a:ext uri="{FF2B5EF4-FFF2-40B4-BE49-F238E27FC236}">
                  <a16:creationId xmlns:a16="http://schemas.microsoft.com/office/drawing/2014/main" id="{E5071429-8313-4C86-939E-050A2172D07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64" y="4250"/>
              <a:ext cx="83" cy="27"/>
            </a:xfrm>
            <a:custGeom>
              <a:avLst/>
              <a:gdLst>
                <a:gd name="T0" fmla="*/ 613 w 916"/>
                <a:gd name="T1" fmla="*/ 78 h 300"/>
                <a:gd name="T2" fmla="*/ 561 w 916"/>
                <a:gd name="T3" fmla="*/ 109 h 300"/>
                <a:gd name="T4" fmla="*/ 554 w 916"/>
                <a:gd name="T5" fmla="*/ 165 h 300"/>
                <a:gd name="T6" fmla="*/ 579 w 916"/>
                <a:gd name="T7" fmla="*/ 210 h 300"/>
                <a:gd name="T8" fmla="*/ 665 w 916"/>
                <a:gd name="T9" fmla="*/ 229 h 300"/>
                <a:gd name="T10" fmla="*/ 787 w 916"/>
                <a:gd name="T11" fmla="*/ 223 h 300"/>
                <a:gd name="T12" fmla="*/ 839 w 916"/>
                <a:gd name="T13" fmla="*/ 191 h 300"/>
                <a:gd name="T14" fmla="*/ 846 w 916"/>
                <a:gd name="T15" fmla="*/ 135 h 300"/>
                <a:gd name="T16" fmla="*/ 820 w 916"/>
                <a:gd name="T17" fmla="*/ 90 h 300"/>
                <a:gd name="T18" fmla="*/ 734 w 916"/>
                <a:gd name="T19" fmla="*/ 72 h 300"/>
                <a:gd name="T20" fmla="*/ 153 w 916"/>
                <a:gd name="T21" fmla="*/ 74 h 300"/>
                <a:gd name="T22" fmla="*/ 85 w 916"/>
                <a:gd name="T23" fmla="*/ 99 h 300"/>
                <a:gd name="T24" fmla="*/ 70 w 916"/>
                <a:gd name="T25" fmla="*/ 150 h 300"/>
                <a:gd name="T26" fmla="*/ 85 w 916"/>
                <a:gd name="T27" fmla="*/ 201 h 300"/>
                <a:gd name="T28" fmla="*/ 153 w 916"/>
                <a:gd name="T29" fmla="*/ 227 h 300"/>
                <a:gd name="T30" fmla="*/ 280 w 916"/>
                <a:gd name="T31" fmla="*/ 227 h 300"/>
                <a:gd name="T32" fmla="*/ 348 w 916"/>
                <a:gd name="T33" fmla="*/ 201 h 300"/>
                <a:gd name="T34" fmla="*/ 363 w 916"/>
                <a:gd name="T35" fmla="*/ 150 h 300"/>
                <a:gd name="T36" fmla="*/ 348 w 916"/>
                <a:gd name="T37" fmla="*/ 99 h 300"/>
                <a:gd name="T38" fmla="*/ 280 w 916"/>
                <a:gd name="T39" fmla="*/ 74 h 300"/>
                <a:gd name="T40" fmla="*/ 234 w 916"/>
                <a:gd name="T41" fmla="*/ 0 h 300"/>
                <a:gd name="T42" fmla="*/ 321 w 916"/>
                <a:gd name="T43" fmla="*/ 9 h 300"/>
                <a:gd name="T44" fmla="*/ 400 w 916"/>
                <a:gd name="T45" fmla="*/ 53 h 300"/>
                <a:gd name="T46" fmla="*/ 574 w 916"/>
                <a:gd name="T47" fmla="*/ 17 h 300"/>
                <a:gd name="T48" fmla="*/ 662 w 916"/>
                <a:gd name="T49" fmla="*/ 1 h 300"/>
                <a:gd name="T50" fmla="*/ 732 w 916"/>
                <a:gd name="T51" fmla="*/ 0 h 300"/>
                <a:gd name="T52" fmla="*/ 806 w 916"/>
                <a:gd name="T53" fmla="*/ 10 h 300"/>
                <a:gd name="T54" fmla="*/ 875 w 916"/>
                <a:gd name="T55" fmla="*/ 45 h 300"/>
                <a:gd name="T56" fmla="*/ 914 w 916"/>
                <a:gd name="T57" fmla="*/ 123 h 300"/>
                <a:gd name="T58" fmla="*/ 900 w 916"/>
                <a:gd name="T59" fmla="*/ 223 h 300"/>
                <a:gd name="T60" fmla="*/ 843 w 916"/>
                <a:gd name="T61" fmla="*/ 277 h 300"/>
                <a:gd name="T62" fmla="*/ 768 w 916"/>
                <a:gd name="T63" fmla="*/ 297 h 300"/>
                <a:gd name="T64" fmla="*/ 699 w 916"/>
                <a:gd name="T65" fmla="*/ 300 h 300"/>
                <a:gd name="T66" fmla="*/ 632 w 916"/>
                <a:gd name="T67" fmla="*/ 297 h 300"/>
                <a:gd name="T68" fmla="*/ 557 w 916"/>
                <a:gd name="T69" fmla="*/ 277 h 300"/>
                <a:gd name="T70" fmla="*/ 500 w 916"/>
                <a:gd name="T71" fmla="*/ 224 h 300"/>
                <a:gd name="T72" fmla="*/ 485 w 916"/>
                <a:gd name="T73" fmla="*/ 137 h 300"/>
                <a:gd name="T74" fmla="*/ 432 w 916"/>
                <a:gd name="T75" fmla="*/ 150 h 300"/>
                <a:gd name="T76" fmla="*/ 405 w 916"/>
                <a:gd name="T77" fmla="*/ 241 h 300"/>
                <a:gd name="T78" fmla="*/ 342 w 916"/>
                <a:gd name="T79" fmla="*/ 284 h 300"/>
                <a:gd name="T80" fmla="*/ 266 w 916"/>
                <a:gd name="T81" fmla="*/ 298 h 300"/>
                <a:gd name="T82" fmla="*/ 201 w 916"/>
                <a:gd name="T83" fmla="*/ 299 h 300"/>
                <a:gd name="T84" fmla="*/ 129 w 916"/>
                <a:gd name="T85" fmla="*/ 294 h 300"/>
                <a:gd name="T86" fmla="*/ 57 w 916"/>
                <a:gd name="T87" fmla="*/ 267 h 300"/>
                <a:gd name="T88" fmla="*/ 7 w 916"/>
                <a:gd name="T89" fmla="*/ 202 h 300"/>
                <a:gd name="T90" fmla="*/ 7 w 916"/>
                <a:gd name="T91" fmla="*/ 98 h 300"/>
                <a:gd name="T92" fmla="*/ 57 w 916"/>
                <a:gd name="T93" fmla="*/ 33 h 300"/>
                <a:gd name="T94" fmla="*/ 129 w 916"/>
                <a:gd name="T95" fmla="*/ 6 h 300"/>
                <a:gd name="T96" fmla="*/ 201 w 916"/>
                <a:gd name="T97" fmla="*/ 0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16" h="300">
                  <a:moveTo>
                    <a:pt x="699" y="71"/>
                  </a:moveTo>
                  <a:lnTo>
                    <a:pt x="665" y="72"/>
                  </a:lnTo>
                  <a:lnTo>
                    <a:pt x="636" y="74"/>
                  </a:lnTo>
                  <a:lnTo>
                    <a:pt x="613" y="78"/>
                  </a:lnTo>
                  <a:lnTo>
                    <a:pt x="594" y="83"/>
                  </a:lnTo>
                  <a:lnTo>
                    <a:pt x="579" y="90"/>
                  </a:lnTo>
                  <a:lnTo>
                    <a:pt x="569" y="99"/>
                  </a:lnTo>
                  <a:lnTo>
                    <a:pt x="561" y="109"/>
                  </a:lnTo>
                  <a:lnTo>
                    <a:pt x="556" y="122"/>
                  </a:lnTo>
                  <a:lnTo>
                    <a:pt x="554" y="135"/>
                  </a:lnTo>
                  <a:lnTo>
                    <a:pt x="553" y="150"/>
                  </a:lnTo>
                  <a:lnTo>
                    <a:pt x="554" y="165"/>
                  </a:lnTo>
                  <a:lnTo>
                    <a:pt x="556" y="179"/>
                  </a:lnTo>
                  <a:lnTo>
                    <a:pt x="561" y="191"/>
                  </a:lnTo>
                  <a:lnTo>
                    <a:pt x="569" y="201"/>
                  </a:lnTo>
                  <a:lnTo>
                    <a:pt x="579" y="210"/>
                  </a:lnTo>
                  <a:lnTo>
                    <a:pt x="594" y="216"/>
                  </a:lnTo>
                  <a:lnTo>
                    <a:pt x="613" y="223"/>
                  </a:lnTo>
                  <a:lnTo>
                    <a:pt x="636" y="227"/>
                  </a:lnTo>
                  <a:lnTo>
                    <a:pt x="665" y="229"/>
                  </a:lnTo>
                  <a:lnTo>
                    <a:pt x="699" y="230"/>
                  </a:lnTo>
                  <a:lnTo>
                    <a:pt x="734" y="229"/>
                  </a:lnTo>
                  <a:lnTo>
                    <a:pt x="763" y="227"/>
                  </a:lnTo>
                  <a:lnTo>
                    <a:pt x="787" y="223"/>
                  </a:lnTo>
                  <a:lnTo>
                    <a:pt x="805" y="216"/>
                  </a:lnTo>
                  <a:lnTo>
                    <a:pt x="820" y="210"/>
                  </a:lnTo>
                  <a:lnTo>
                    <a:pt x="831" y="201"/>
                  </a:lnTo>
                  <a:lnTo>
                    <a:pt x="839" y="191"/>
                  </a:lnTo>
                  <a:lnTo>
                    <a:pt x="843" y="179"/>
                  </a:lnTo>
                  <a:lnTo>
                    <a:pt x="846" y="165"/>
                  </a:lnTo>
                  <a:lnTo>
                    <a:pt x="847" y="150"/>
                  </a:lnTo>
                  <a:lnTo>
                    <a:pt x="846" y="135"/>
                  </a:lnTo>
                  <a:lnTo>
                    <a:pt x="843" y="122"/>
                  </a:lnTo>
                  <a:lnTo>
                    <a:pt x="839" y="109"/>
                  </a:lnTo>
                  <a:lnTo>
                    <a:pt x="831" y="99"/>
                  </a:lnTo>
                  <a:lnTo>
                    <a:pt x="820" y="90"/>
                  </a:lnTo>
                  <a:lnTo>
                    <a:pt x="805" y="83"/>
                  </a:lnTo>
                  <a:lnTo>
                    <a:pt x="787" y="78"/>
                  </a:lnTo>
                  <a:lnTo>
                    <a:pt x="763" y="74"/>
                  </a:lnTo>
                  <a:lnTo>
                    <a:pt x="734" y="72"/>
                  </a:lnTo>
                  <a:lnTo>
                    <a:pt x="699" y="71"/>
                  </a:lnTo>
                  <a:close/>
                  <a:moveTo>
                    <a:pt x="216" y="71"/>
                  </a:moveTo>
                  <a:lnTo>
                    <a:pt x="182" y="72"/>
                  </a:lnTo>
                  <a:lnTo>
                    <a:pt x="153" y="74"/>
                  </a:lnTo>
                  <a:lnTo>
                    <a:pt x="130" y="78"/>
                  </a:lnTo>
                  <a:lnTo>
                    <a:pt x="111" y="83"/>
                  </a:lnTo>
                  <a:lnTo>
                    <a:pt x="96" y="90"/>
                  </a:lnTo>
                  <a:lnTo>
                    <a:pt x="85" y="99"/>
                  </a:lnTo>
                  <a:lnTo>
                    <a:pt x="78" y="109"/>
                  </a:lnTo>
                  <a:lnTo>
                    <a:pt x="73" y="122"/>
                  </a:lnTo>
                  <a:lnTo>
                    <a:pt x="70" y="135"/>
                  </a:lnTo>
                  <a:lnTo>
                    <a:pt x="70" y="150"/>
                  </a:lnTo>
                  <a:lnTo>
                    <a:pt x="70" y="165"/>
                  </a:lnTo>
                  <a:lnTo>
                    <a:pt x="73" y="179"/>
                  </a:lnTo>
                  <a:lnTo>
                    <a:pt x="78" y="191"/>
                  </a:lnTo>
                  <a:lnTo>
                    <a:pt x="85" y="201"/>
                  </a:lnTo>
                  <a:lnTo>
                    <a:pt x="96" y="210"/>
                  </a:lnTo>
                  <a:lnTo>
                    <a:pt x="111" y="216"/>
                  </a:lnTo>
                  <a:lnTo>
                    <a:pt x="130" y="223"/>
                  </a:lnTo>
                  <a:lnTo>
                    <a:pt x="153" y="227"/>
                  </a:lnTo>
                  <a:lnTo>
                    <a:pt x="182" y="229"/>
                  </a:lnTo>
                  <a:lnTo>
                    <a:pt x="216" y="230"/>
                  </a:lnTo>
                  <a:lnTo>
                    <a:pt x="250" y="229"/>
                  </a:lnTo>
                  <a:lnTo>
                    <a:pt x="280" y="227"/>
                  </a:lnTo>
                  <a:lnTo>
                    <a:pt x="304" y="223"/>
                  </a:lnTo>
                  <a:lnTo>
                    <a:pt x="322" y="216"/>
                  </a:lnTo>
                  <a:lnTo>
                    <a:pt x="337" y="210"/>
                  </a:lnTo>
                  <a:lnTo>
                    <a:pt x="348" y="201"/>
                  </a:lnTo>
                  <a:lnTo>
                    <a:pt x="355" y="191"/>
                  </a:lnTo>
                  <a:lnTo>
                    <a:pt x="360" y="179"/>
                  </a:lnTo>
                  <a:lnTo>
                    <a:pt x="363" y="165"/>
                  </a:lnTo>
                  <a:lnTo>
                    <a:pt x="363" y="150"/>
                  </a:lnTo>
                  <a:lnTo>
                    <a:pt x="363" y="135"/>
                  </a:lnTo>
                  <a:lnTo>
                    <a:pt x="360" y="122"/>
                  </a:lnTo>
                  <a:lnTo>
                    <a:pt x="355" y="109"/>
                  </a:lnTo>
                  <a:lnTo>
                    <a:pt x="348" y="99"/>
                  </a:lnTo>
                  <a:lnTo>
                    <a:pt x="337" y="90"/>
                  </a:lnTo>
                  <a:lnTo>
                    <a:pt x="322" y="83"/>
                  </a:lnTo>
                  <a:lnTo>
                    <a:pt x="304" y="78"/>
                  </a:lnTo>
                  <a:lnTo>
                    <a:pt x="280" y="74"/>
                  </a:lnTo>
                  <a:lnTo>
                    <a:pt x="250" y="72"/>
                  </a:lnTo>
                  <a:lnTo>
                    <a:pt x="216" y="71"/>
                  </a:lnTo>
                  <a:close/>
                  <a:moveTo>
                    <a:pt x="216" y="0"/>
                  </a:moveTo>
                  <a:lnTo>
                    <a:pt x="234" y="0"/>
                  </a:lnTo>
                  <a:lnTo>
                    <a:pt x="254" y="1"/>
                  </a:lnTo>
                  <a:lnTo>
                    <a:pt x="276" y="2"/>
                  </a:lnTo>
                  <a:lnTo>
                    <a:pt x="298" y="5"/>
                  </a:lnTo>
                  <a:lnTo>
                    <a:pt x="321" y="9"/>
                  </a:lnTo>
                  <a:lnTo>
                    <a:pt x="343" y="17"/>
                  </a:lnTo>
                  <a:lnTo>
                    <a:pt x="364" y="26"/>
                  </a:lnTo>
                  <a:lnTo>
                    <a:pt x="383" y="37"/>
                  </a:lnTo>
                  <a:lnTo>
                    <a:pt x="400" y="53"/>
                  </a:lnTo>
                  <a:lnTo>
                    <a:pt x="516" y="53"/>
                  </a:lnTo>
                  <a:lnTo>
                    <a:pt x="533" y="37"/>
                  </a:lnTo>
                  <a:lnTo>
                    <a:pt x="553" y="26"/>
                  </a:lnTo>
                  <a:lnTo>
                    <a:pt x="574" y="17"/>
                  </a:lnTo>
                  <a:lnTo>
                    <a:pt x="596" y="9"/>
                  </a:lnTo>
                  <a:lnTo>
                    <a:pt x="618" y="5"/>
                  </a:lnTo>
                  <a:lnTo>
                    <a:pt x="640" y="2"/>
                  </a:lnTo>
                  <a:lnTo>
                    <a:pt x="662" y="1"/>
                  </a:lnTo>
                  <a:lnTo>
                    <a:pt x="682" y="0"/>
                  </a:lnTo>
                  <a:lnTo>
                    <a:pt x="699" y="0"/>
                  </a:lnTo>
                  <a:lnTo>
                    <a:pt x="715" y="0"/>
                  </a:lnTo>
                  <a:lnTo>
                    <a:pt x="732" y="0"/>
                  </a:lnTo>
                  <a:lnTo>
                    <a:pt x="749" y="1"/>
                  </a:lnTo>
                  <a:lnTo>
                    <a:pt x="768" y="3"/>
                  </a:lnTo>
                  <a:lnTo>
                    <a:pt x="787" y="6"/>
                  </a:lnTo>
                  <a:lnTo>
                    <a:pt x="806" y="10"/>
                  </a:lnTo>
                  <a:lnTo>
                    <a:pt x="825" y="16"/>
                  </a:lnTo>
                  <a:lnTo>
                    <a:pt x="843" y="24"/>
                  </a:lnTo>
                  <a:lnTo>
                    <a:pt x="860" y="33"/>
                  </a:lnTo>
                  <a:lnTo>
                    <a:pt x="875" y="45"/>
                  </a:lnTo>
                  <a:lnTo>
                    <a:pt x="889" y="59"/>
                  </a:lnTo>
                  <a:lnTo>
                    <a:pt x="900" y="77"/>
                  </a:lnTo>
                  <a:lnTo>
                    <a:pt x="908" y="98"/>
                  </a:lnTo>
                  <a:lnTo>
                    <a:pt x="914" y="123"/>
                  </a:lnTo>
                  <a:lnTo>
                    <a:pt x="916" y="150"/>
                  </a:lnTo>
                  <a:lnTo>
                    <a:pt x="914" y="178"/>
                  </a:lnTo>
                  <a:lnTo>
                    <a:pt x="908" y="202"/>
                  </a:lnTo>
                  <a:lnTo>
                    <a:pt x="900" y="223"/>
                  </a:lnTo>
                  <a:lnTo>
                    <a:pt x="889" y="241"/>
                  </a:lnTo>
                  <a:lnTo>
                    <a:pt x="875" y="255"/>
                  </a:lnTo>
                  <a:lnTo>
                    <a:pt x="860" y="267"/>
                  </a:lnTo>
                  <a:lnTo>
                    <a:pt x="843" y="277"/>
                  </a:lnTo>
                  <a:lnTo>
                    <a:pt x="825" y="285"/>
                  </a:lnTo>
                  <a:lnTo>
                    <a:pt x="806" y="290"/>
                  </a:lnTo>
                  <a:lnTo>
                    <a:pt x="787" y="294"/>
                  </a:lnTo>
                  <a:lnTo>
                    <a:pt x="768" y="297"/>
                  </a:lnTo>
                  <a:lnTo>
                    <a:pt x="749" y="298"/>
                  </a:lnTo>
                  <a:lnTo>
                    <a:pt x="732" y="299"/>
                  </a:lnTo>
                  <a:lnTo>
                    <a:pt x="715" y="299"/>
                  </a:lnTo>
                  <a:lnTo>
                    <a:pt x="699" y="300"/>
                  </a:lnTo>
                  <a:lnTo>
                    <a:pt x="685" y="299"/>
                  </a:lnTo>
                  <a:lnTo>
                    <a:pt x="668" y="299"/>
                  </a:lnTo>
                  <a:lnTo>
                    <a:pt x="650" y="298"/>
                  </a:lnTo>
                  <a:lnTo>
                    <a:pt x="632" y="297"/>
                  </a:lnTo>
                  <a:lnTo>
                    <a:pt x="613" y="294"/>
                  </a:lnTo>
                  <a:lnTo>
                    <a:pt x="593" y="290"/>
                  </a:lnTo>
                  <a:lnTo>
                    <a:pt x="575" y="285"/>
                  </a:lnTo>
                  <a:lnTo>
                    <a:pt x="557" y="277"/>
                  </a:lnTo>
                  <a:lnTo>
                    <a:pt x="540" y="267"/>
                  </a:lnTo>
                  <a:lnTo>
                    <a:pt x="524" y="255"/>
                  </a:lnTo>
                  <a:lnTo>
                    <a:pt x="511" y="241"/>
                  </a:lnTo>
                  <a:lnTo>
                    <a:pt x="500" y="224"/>
                  </a:lnTo>
                  <a:lnTo>
                    <a:pt x="491" y="202"/>
                  </a:lnTo>
                  <a:lnTo>
                    <a:pt x="486" y="179"/>
                  </a:lnTo>
                  <a:lnTo>
                    <a:pt x="484" y="150"/>
                  </a:lnTo>
                  <a:lnTo>
                    <a:pt x="485" y="137"/>
                  </a:lnTo>
                  <a:lnTo>
                    <a:pt x="486" y="125"/>
                  </a:lnTo>
                  <a:lnTo>
                    <a:pt x="430" y="125"/>
                  </a:lnTo>
                  <a:lnTo>
                    <a:pt x="432" y="137"/>
                  </a:lnTo>
                  <a:lnTo>
                    <a:pt x="432" y="150"/>
                  </a:lnTo>
                  <a:lnTo>
                    <a:pt x="430" y="179"/>
                  </a:lnTo>
                  <a:lnTo>
                    <a:pt x="425" y="202"/>
                  </a:lnTo>
                  <a:lnTo>
                    <a:pt x="416" y="224"/>
                  </a:lnTo>
                  <a:lnTo>
                    <a:pt x="405" y="241"/>
                  </a:lnTo>
                  <a:lnTo>
                    <a:pt x="392" y="255"/>
                  </a:lnTo>
                  <a:lnTo>
                    <a:pt x="377" y="267"/>
                  </a:lnTo>
                  <a:lnTo>
                    <a:pt x="360" y="277"/>
                  </a:lnTo>
                  <a:lnTo>
                    <a:pt x="342" y="284"/>
                  </a:lnTo>
                  <a:lnTo>
                    <a:pt x="323" y="290"/>
                  </a:lnTo>
                  <a:lnTo>
                    <a:pt x="304" y="294"/>
                  </a:lnTo>
                  <a:lnTo>
                    <a:pt x="285" y="296"/>
                  </a:lnTo>
                  <a:lnTo>
                    <a:pt x="266" y="298"/>
                  </a:lnTo>
                  <a:lnTo>
                    <a:pt x="248" y="299"/>
                  </a:lnTo>
                  <a:lnTo>
                    <a:pt x="231" y="299"/>
                  </a:lnTo>
                  <a:lnTo>
                    <a:pt x="216" y="299"/>
                  </a:lnTo>
                  <a:lnTo>
                    <a:pt x="201" y="299"/>
                  </a:lnTo>
                  <a:lnTo>
                    <a:pt x="185" y="299"/>
                  </a:lnTo>
                  <a:lnTo>
                    <a:pt x="167" y="298"/>
                  </a:lnTo>
                  <a:lnTo>
                    <a:pt x="148" y="296"/>
                  </a:lnTo>
                  <a:lnTo>
                    <a:pt x="129" y="294"/>
                  </a:lnTo>
                  <a:lnTo>
                    <a:pt x="110" y="290"/>
                  </a:lnTo>
                  <a:lnTo>
                    <a:pt x="91" y="284"/>
                  </a:lnTo>
                  <a:lnTo>
                    <a:pt x="73" y="277"/>
                  </a:lnTo>
                  <a:lnTo>
                    <a:pt x="57" y="267"/>
                  </a:lnTo>
                  <a:lnTo>
                    <a:pt x="41" y="255"/>
                  </a:lnTo>
                  <a:lnTo>
                    <a:pt x="27" y="240"/>
                  </a:lnTo>
                  <a:lnTo>
                    <a:pt x="16" y="223"/>
                  </a:lnTo>
                  <a:lnTo>
                    <a:pt x="7" y="202"/>
                  </a:lnTo>
                  <a:lnTo>
                    <a:pt x="2" y="178"/>
                  </a:lnTo>
                  <a:lnTo>
                    <a:pt x="0" y="150"/>
                  </a:lnTo>
                  <a:lnTo>
                    <a:pt x="2" y="122"/>
                  </a:lnTo>
                  <a:lnTo>
                    <a:pt x="7" y="98"/>
                  </a:lnTo>
                  <a:lnTo>
                    <a:pt x="16" y="77"/>
                  </a:lnTo>
                  <a:lnTo>
                    <a:pt x="27" y="59"/>
                  </a:lnTo>
                  <a:lnTo>
                    <a:pt x="41" y="45"/>
                  </a:lnTo>
                  <a:lnTo>
                    <a:pt x="57" y="33"/>
                  </a:lnTo>
                  <a:lnTo>
                    <a:pt x="73" y="23"/>
                  </a:lnTo>
                  <a:lnTo>
                    <a:pt x="91" y="16"/>
                  </a:lnTo>
                  <a:lnTo>
                    <a:pt x="110" y="10"/>
                  </a:lnTo>
                  <a:lnTo>
                    <a:pt x="129" y="6"/>
                  </a:lnTo>
                  <a:lnTo>
                    <a:pt x="148" y="3"/>
                  </a:lnTo>
                  <a:lnTo>
                    <a:pt x="167" y="1"/>
                  </a:lnTo>
                  <a:lnTo>
                    <a:pt x="185" y="0"/>
                  </a:lnTo>
                  <a:lnTo>
                    <a:pt x="201" y="0"/>
                  </a:lnTo>
                  <a:lnTo>
                    <a:pt x="21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73" name="Freeform 24">
              <a:extLst>
                <a:ext uri="{FF2B5EF4-FFF2-40B4-BE49-F238E27FC236}">
                  <a16:creationId xmlns:a16="http://schemas.microsoft.com/office/drawing/2014/main" id="{B9269843-ED9C-47AF-BBD2-7D184EE3AD4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97" y="4335"/>
              <a:ext cx="217" cy="124"/>
            </a:xfrm>
            <a:custGeom>
              <a:avLst/>
              <a:gdLst>
                <a:gd name="T0" fmla="*/ 1796 w 2393"/>
                <a:gd name="T1" fmla="*/ 704 h 1360"/>
                <a:gd name="T2" fmla="*/ 1761 w 2393"/>
                <a:gd name="T3" fmla="*/ 720 h 1360"/>
                <a:gd name="T4" fmla="*/ 1590 w 2393"/>
                <a:gd name="T5" fmla="*/ 904 h 1360"/>
                <a:gd name="T6" fmla="*/ 1882 w 2393"/>
                <a:gd name="T7" fmla="*/ 733 h 1360"/>
                <a:gd name="T8" fmla="*/ 1851 w 2393"/>
                <a:gd name="T9" fmla="*/ 709 h 1360"/>
                <a:gd name="T10" fmla="*/ 1814 w 2393"/>
                <a:gd name="T11" fmla="*/ 702 h 1360"/>
                <a:gd name="T12" fmla="*/ 1831 w 2393"/>
                <a:gd name="T13" fmla="*/ 20 h 1360"/>
                <a:gd name="T14" fmla="*/ 1950 w 2393"/>
                <a:gd name="T15" fmla="*/ 61 h 1360"/>
                <a:gd name="T16" fmla="*/ 2057 w 2393"/>
                <a:gd name="T17" fmla="*/ 121 h 1360"/>
                <a:gd name="T18" fmla="*/ 2154 w 2393"/>
                <a:gd name="T19" fmla="*/ 196 h 1360"/>
                <a:gd name="T20" fmla="*/ 2235 w 2393"/>
                <a:gd name="T21" fmla="*/ 286 h 1360"/>
                <a:gd name="T22" fmla="*/ 2301 w 2393"/>
                <a:gd name="T23" fmla="*/ 388 h 1360"/>
                <a:gd name="T24" fmla="*/ 2352 w 2393"/>
                <a:gd name="T25" fmla="*/ 501 h 1360"/>
                <a:gd name="T26" fmla="*/ 2382 w 2393"/>
                <a:gd name="T27" fmla="*/ 622 h 1360"/>
                <a:gd name="T28" fmla="*/ 2393 w 2393"/>
                <a:gd name="T29" fmla="*/ 748 h 1360"/>
                <a:gd name="T30" fmla="*/ 2390 w 2393"/>
                <a:gd name="T31" fmla="*/ 1230 h 1360"/>
                <a:gd name="T32" fmla="*/ 2370 w 2393"/>
                <a:gd name="T33" fmla="*/ 1282 h 1360"/>
                <a:gd name="T34" fmla="*/ 2335 w 2393"/>
                <a:gd name="T35" fmla="*/ 1324 h 1360"/>
                <a:gd name="T36" fmla="*/ 2286 w 2393"/>
                <a:gd name="T37" fmla="*/ 1351 h 1360"/>
                <a:gd name="T38" fmla="*/ 2230 w 2393"/>
                <a:gd name="T39" fmla="*/ 1360 h 1360"/>
                <a:gd name="T40" fmla="*/ 129 w 2393"/>
                <a:gd name="T41" fmla="*/ 1358 h 1360"/>
                <a:gd name="T42" fmla="*/ 77 w 2393"/>
                <a:gd name="T43" fmla="*/ 1339 h 1360"/>
                <a:gd name="T44" fmla="*/ 36 w 2393"/>
                <a:gd name="T45" fmla="*/ 1304 h 1360"/>
                <a:gd name="T46" fmla="*/ 10 w 2393"/>
                <a:gd name="T47" fmla="*/ 1256 h 1360"/>
                <a:gd name="T48" fmla="*/ 0 w 2393"/>
                <a:gd name="T49" fmla="*/ 1200 h 1360"/>
                <a:gd name="T50" fmla="*/ 3 w 2393"/>
                <a:gd name="T51" fmla="*/ 684 h 1360"/>
                <a:gd name="T52" fmla="*/ 23 w 2393"/>
                <a:gd name="T53" fmla="*/ 561 h 1360"/>
                <a:gd name="T54" fmla="*/ 63 w 2393"/>
                <a:gd name="T55" fmla="*/ 443 h 1360"/>
                <a:gd name="T56" fmla="*/ 122 w 2393"/>
                <a:gd name="T57" fmla="*/ 336 h 1360"/>
                <a:gd name="T58" fmla="*/ 195 w 2393"/>
                <a:gd name="T59" fmla="*/ 240 h 1360"/>
                <a:gd name="T60" fmla="*/ 283 w 2393"/>
                <a:gd name="T61" fmla="*/ 157 h 1360"/>
                <a:gd name="T62" fmla="*/ 385 w 2393"/>
                <a:gd name="T63" fmla="*/ 89 h 1360"/>
                <a:gd name="T64" fmla="*/ 498 w 2393"/>
                <a:gd name="T65" fmla="*/ 38 h 1360"/>
                <a:gd name="T66" fmla="*/ 640 w 2393"/>
                <a:gd name="T67" fmla="*/ 0 h 1360"/>
                <a:gd name="T68" fmla="*/ 1748 w 2393"/>
                <a:gd name="T69" fmla="*/ 0 h 1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393" h="1360">
                  <a:moveTo>
                    <a:pt x="1814" y="702"/>
                  </a:moveTo>
                  <a:lnTo>
                    <a:pt x="1796" y="704"/>
                  </a:lnTo>
                  <a:lnTo>
                    <a:pt x="1778" y="709"/>
                  </a:lnTo>
                  <a:lnTo>
                    <a:pt x="1761" y="720"/>
                  </a:lnTo>
                  <a:lnTo>
                    <a:pt x="1746" y="733"/>
                  </a:lnTo>
                  <a:lnTo>
                    <a:pt x="1590" y="904"/>
                  </a:lnTo>
                  <a:lnTo>
                    <a:pt x="2038" y="904"/>
                  </a:lnTo>
                  <a:lnTo>
                    <a:pt x="1882" y="733"/>
                  </a:lnTo>
                  <a:lnTo>
                    <a:pt x="1867" y="719"/>
                  </a:lnTo>
                  <a:lnTo>
                    <a:pt x="1851" y="709"/>
                  </a:lnTo>
                  <a:lnTo>
                    <a:pt x="1833" y="703"/>
                  </a:lnTo>
                  <a:lnTo>
                    <a:pt x="1814" y="702"/>
                  </a:lnTo>
                  <a:close/>
                  <a:moveTo>
                    <a:pt x="1748" y="0"/>
                  </a:moveTo>
                  <a:lnTo>
                    <a:pt x="1831" y="20"/>
                  </a:lnTo>
                  <a:lnTo>
                    <a:pt x="1892" y="38"/>
                  </a:lnTo>
                  <a:lnTo>
                    <a:pt x="1950" y="61"/>
                  </a:lnTo>
                  <a:lnTo>
                    <a:pt x="2005" y="88"/>
                  </a:lnTo>
                  <a:lnTo>
                    <a:pt x="2057" y="121"/>
                  </a:lnTo>
                  <a:lnTo>
                    <a:pt x="2107" y="157"/>
                  </a:lnTo>
                  <a:lnTo>
                    <a:pt x="2154" y="196"/>
                  </a:lnTo>
                  <a:lnTo>
                    <a:pt x="2196" y="239"/>
                  </a:lnTo>
                  <a:lnTo>
                    <a:pt x="2235" y="286"/>
                  </a:lnTo>
                  <a:lnTo>
                    <a:pt x="2270" y="336"/>
                  </a:lnTo>
                  <a:lnTo>
                    <a:pt x="2301" y="388"/>
                  </a:lnTo>
                  <a:lnTo>
                    <a:pt x="2328" y="443"/>
                  </a:lnTo>
                  <a:lnTo>
                    <a:pt x="2352" y="501"/>
                  </a:lnTo>
                  <a:lnTo>
                    <a:pt x="2369" y="561"/>
                  </a:lnTo>
                  <a:lnTo>
                    <a:pt x="2382" y="622"/>
                  </a:lnTo>
                  <a:lnTo>
                    <a:pt x="2390" y="684"/>
                  </a:lnTo>
                  <a:lnTo>
                    <a:pt x="2393" y="748"/>
                  </a:lnTo>
                  <a:lnTo>
                    <a:pt x="2393" y="1200"/>
                  </a:lnTo>
                  <a:lnTo>
                    <a:pt x="2390" y="1230"/>
                  </a:lnTo>
                  <a:lnTo>
                    <a:pt x="2383" y="1256"/>
                  </a:lnTo>
                  <a:lnTo>
                    <a:pt x="2370" y="1282"/>
                  </a:lnTo>
                  <a:lnTo>
                    <a:pt x="2354" y="1304"/>
                  </a:lnTo>
                  <a:lnTo>
                    <a:pt x="2335" y="1324"/>
                  </a:lnTo>
                  <a:lnTo>
                    <a:pt x="2311" y="1339"/>
                  </a:lnTo>
                  <a:lnTo>
                    <a:pt x="2286" y="1351"/>
                  </a:lnTo>
                  <a:lnTo>
                    <a:pt x="2259" y="1358"/>
                  </a:lnTo>
                  <a:lnTo>
                    <a:pt x="2230" y="1360"/>
                  </a:lnTo>
                  <a:lnTo>
                    <a:pt x="157" y="1360"/>
                  </a:lnTo>
                  <a:lnTo>
                    <a:pt x="129" y="1358"/>
                  </a:lnTo>
                  <a:lnTo>
                    <a:pt x="101" y="1351"/>
                  </a:lnTo>
                  <a:lnTo>
                    <a:pt x="77" y="1339"/>
                  </a:lnTo>
                  <a:lnTo>
                    <a:pt x="55" y="1324"/>
                  </a:lnTo>
                  <a:lnTo>
                    <a:pt x="36" y="1304"/>
                  </a:lnTo>
                  <a:lnTo>
                    <a:pt x="21" y="1282"/>
                  </a:lnTo>
                  <a:lnTo>
                    <a:pt x="10" y="1256"/>
                  </a:lnTo>
                  <a:lnTo>
                    <a:pt x="3" y="1230"/>
                  </a:lnTo>
                  <a:lnTo>
                    <a:pt x="0" y="1200"/>
                  </a:lnTo>
                  <a:lnTo>
                    <a:pt x="0" y="748"/>
                  </a:lnTo>
                  <a:lnTo>
                    <a:pt x="3" y="684"/>
                  </a:lnTo>
                  <a:lnTo>
                    <a:pt x="11" y="622"/>
                  </a:lnTo>
                  <a:lnTo>
                    <a:pt x="23" y="561"/>
                  </a:lnTo>
                  <a:lnTo>
                    <a:pt x="41" y="501"/>
                  </a:lnTo>
                  <a:lnTo>
                    <a:pt x="63" y="443"/>
                  </a:lnTo>
                  <a:lnTo>
                    <a:pt x="90" y="389"/>
                  </a:lnTo>
                  <a:lnTo>
                    <a:pt x="122" y="336"/>
                  </a:lnTo>
                  <a:lnTo>
                    <a:pt x="156" y="286"/>
                  </a:lnTo>
                  <a:lnTo>
                    <a:pt x="195" y="240"/>
                  </a:lnTo>
                  <a:lnTo>
                    <a:pt x="237" y="196"/>
                  </a:lnTo>
                  <a:lnTo>
                    <a:pt x="283" y="157"/>
                  </a:lnTo>
                  <a:lnTo>
                    <a:pt x="332" y="121"/>
                  </a:lnTo>
                  <a:lnTo>
                    <a:pt x="385" y="89"/>
                  </a:lnTo>
                  <a:lnTo>
                    <a:pt x="440" y="62"/>
                  </a:lnTo>
                  <a:lnTo>
                    <a:pt x="498" y="38"/>
                  </a:lnTo>
                  <a:lnTo>
                    <a:pt x="559" y="20"/>
                  </a:lnTo>
                  <a:lnTo>
                    <a:pt x="640" y="0"/>
                  </a:lnTo>
                  <a:lnTo>
                    <a:pt x="1193" y="1280"/>
                  </a:lnTo>
                  <a:lnTo>
                    <a:pt x="174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74" name="Freeform 25">
              <a:extLst>
                <a:ext uri="{FF2B5EF4-FFF2-40B4-BE49-F238E27FC236}">
                  <a16:creationId xmlns:a16="http://schemas.microsoft.com/office/drawing/2014/main" id="{5A7EE88F-75D9-4634-A107-A91C232E9FE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9" y="4347"/>
              <a:ext cx="34" cy="83"/>
            </a:xfrm>
            <a:custGeom>
              <a:avLst/>
              <a:gdLst>
                <a:gd name="T0" fmla="*/ 135 w 373"/>
                <a:gd name="T1" fmla="*/ 0 h 915"/>
                <a:gd name="T2" fmla="*/ 237 w 373"/>
                <a:gd name="T3" fmla="*/ 0 h 915"/>
                <a:gd name="T4" fmla="*/ 258 w 373"/>
                <a:gd name="T5" fmla="*/ 2 h 915"/>
                <a:gd name="T6" fmla="*/ 278 w 373"/>
                <a:gd name="T7" fmla="*/ 9 h 915"/>
                <a:gd name="T8" fmla="*/ 295 w 373"/>
                <a:gd name="T9" fmla="*/ 21 h 915"/>
                <a:gd name="T10" fmla="*/ 310 w 373"/>
                <a:gd name="T11" fmla="*/ 36 h 915"/>
                <a:gd name="T12" fmla="*/ 321 w 373"/>
                <a:gd name="T13" fmla="*/ 53 h 915"/>
                <a:gd name="T14" fmla="*/ 328 w 373"/>
                <a:gd name="T15" fmla="*/ 74 h 915"/>
                <a:gd name="T16" fmla="*/ 366 w 373"/>
                <a:gd name="T17" fmla="*/ 234 h 915"/>
                <a:gd name="T18" fmla="*/ 368 w 373"/>
                <a:gd name="T19" fmla="*/ 257 h 915"/>
                <a:gd name="T20" fmla="*/ 365 w 373"/>
                <a:gd name="T21" fmla="*/ 281 h 915"/>
                <a:gd name="T22" fmla="*/ 357 w 373"/>
                <a:gd name="T23" fmla="*/ 301 h 915"/>
                <a:gd name="T24" fmla="*/ 345 w 373"/>
                <a:gd name="T25" fmla="*/ 319 h 915"/>
                <a:gd name="T26" fmla="*/ 329 w 373"/>
                <a:gd name="T27" fmla="*/ 334 h 915"/>
                <a:gd name="T28" fmla="*/ 309 w 373"/>
                <a:gd name="T29" fmla="*/ 345 h 915"/>
                <a:gd name="T30" fmla="*/ 287 w 373"/>
                <a:gd name="T31" fmla="*/ 351 h 915"/>
                <a:gd name="T32" fmla="*/ 373 w 373"/>
                <a:gd name="T33" fmla="*/ 438 h 915"/>
                <a:gd name="T34" fmla="*/ 187 w 373"/>
                <a:gd name="T35" fmla="*/ 915 h 915"/>
                <a:gd name="T36" fmla="*/ 0 w 373"/>
                <a:gd name="T37" fmla="*/ 438 h 915"/>
                <a:gd name="T38" fmla="*/ 85 w 373"/>
                <a:gd name="T39" fmla="*/ 351 h 915"/>
                <a:gd name="T40" fmla="*/ 63 w 373"/>
                <a:gd name="T41" fmla="*/ 345 h 915"/>
                <a:gd name="T42" fmla="*/ 44 w 373"/>
                <a:gd name="T43" fmla="*/ 334 h 915"/>
                <a:gd name="T44" fmla="*/ 27 w 373"/>
                <a:gd name="T45" fmla="*/ 319 h 915"/>
                <a:gd name="T46" fmla="*/ 15 w 373"/>
                <a:gd name="T47" fmla="*/ 301 h 915"/>
                <a:gd name="T48" fmla="*/ 7 w 373"/>
                <a:gd name="T49" fmla="*/ 281 h 915"/>
                <a:gd name="T50" fmla="*/ 4 w 373"/>
                <a:gd name="T51" fmla="*/ 257 h 915"/>
                <a:gd name="T52" fmla="*/ 6 w 373"/>
                <a:gd name="T53" fmla="*/ 234 h 915"/>
                <a:gd name="T54" fmla="*/ 44 w 373"/>
                <a:gd name="T55" fmla="*/ 74 h 915"/>
                <a:gd name="T56" fmla="*/ 52 w 373"/>
                <a:gd name="T57" fmla="*/ 53 h 915"/>
                <a:gd name="T58" fmla="*/ 63 w 373"/>
                <a:gd name="T59" fmla="*/ 36 h 915"/>
                <a:gd name="T60" fmla="*/ 77 w 373"/>
                <a:gd name="T61" fmla="*/ 21 h 915"/>
                <a:gd name="T62" fmla="*/ 95 w 373"/>
                <a:gd name="T63" fmla="*/ 9 h 915"/>
                <a:gd name="T64" fmla="*/ 114 w 373"/>
                <a:gd name="T65" fmla="*/ 2 h 915"/>
                <a:gd name="T66" fmla="*/ 135 w 373"/>
                <a:gd name="T67" fmla="*/ 0 h 9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73" h="915">
                  <a:moveTo>
                    <a:pt x="135" y="0"/>
                  </a:moveTo>
                  <a:lnTo>
                    <a:pt x="237" y="0"/>
                  </a:lnTo>
                  <a:lnTo>
                    <a:pt x="258" y="2"/>
                  </a:lnTo>
                  <a:lnTo>
                    <a:pt x="278" y="9"/>
                  </a:lnTo>
                  <a:lnTo>
                    <a:pt x="295" y="21"/>
                  </a:lnTo>
                  <a:lnTo>
                    <a:pt x="310" y="36"/>
                  </a:lnTo>
                  <a:lnTo>
                    <a:pt x="321" y="53"/>
                  </a:lnTo>
                  <a:lnTo>
                    <a:pt x="328" y="74"/>
                  </a:lnTo>
                  <a:lnTo>
                    <a:pt x="366" y="234"/>
                  </a:lnTo>
                  <a:lnTo>
                    <a:pt x="368" y="257"/>
                  </a:lnTo>
                  <a:lnTo>
                    <a:pt x="365" y="281"/>
                  </a:lnTo>
                  <a:lnTo>
                    <a:pt x="357" y="301"/>
                  </a:lnTo>
                  <a:lnTo>
                    <a:pt x="345" y="319"/>
                  </a:lnTo>
                  <a:lnTo>
                    <a:pt x="329" y="334"/>
                  </a:lnTo>
                  <a:lnTo>
                    <a:pt x="309" y="345"/>
                  </a:lnTo>
                  <a:lnTo>
                    <a:pt x="287" y="351"/>
                  </a:lnTo>
                  <a:lnTo>
                    <a:pt x="373" y="438"/>
                  </a:lnTo>
                  <a:lnTo>
                    <a:pt x="187" y="915"/>
                  </a:lnTo>
                  <a:lnTo>
                    <a:pt x="0" y="438"/>
                  </a:lnTo>
                  <a:lnTo>
                    <a:pt x="85" y="351"/>
                  </a:lnTo>
                  <a:lnTo>
                    <a:pt x="63" y="345"/>
                  </a:lnTo>
                  <a:lnTo>
                    <a:pt x="44" y="334"/>
                  </a:lnTo>
                  <a:lnTo>
                    <a:pt x="27" y="319"/>
                  </a:lnTo>
                  <a:lnTo>
                    <a:pt x="15" y="301"/>
                  </a:lnTo>
                  <a:lnTo>
                    <a:pt x="7" y="281"/>
                  </a:lnTo>
                  <a:lnTo>
                    <a:pt x="4" y="257"/>
                  </a:lnTo>
                  <a:lnTo>
                    <a:pt x="6" y="234"/>
                  </a:lnTo>
                  <a:lnTo>
                    <a:pt x="44" y="74"/>
                  </a:lnTo>
                  <a:lnTo>
                    <a:pt x="52" y="53"/>
                  </a:lnTo>
                  <a:lnTo>
                    <a:pt x="63" y="36"/>
                  </a:lnTo>
                  <a:lnTo>
                    <a:pt x="77" y="21"/>
                  </a:lnTo>
                  <a:lnTo>
                    <a:pt x="95" y="9"/>
                  </a:lnTo>
                  <a:lnTo>
                    <a:pt x="114" y="2"/>
                  </a:lnTo>
                  <a:lnTo>
                    <a:pt x="13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756A76A1-5EA0-40A8-B9E2-2C115AA48862}"/>
              </a:ext>
            </a:extLst>
          </p:cNvPr>
          <p:cNvSpPr/>
          <p:nvPr/>
        </p:nvSpPr>
        <p:spPr>
          <a:xfrm>
            <a:off x="1574097" y="2466766"/>
            <a:ext cx="3276967" cy="7029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상단</a:t>
            </a:r>
            <a:endParaRPr lang="en-US" altLang="ko-KR" sz="1600" b="1" dirty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prstClr val="black">
                    <a:lumMod val="65000"/>
                    <a:lumOff val="35000"/>
                  </a:prstClr>
                </a:solidFill>
              </a:rPr>
              <a:t>사용자 정보 제공</a:t>
            </a:r>
            <a:endParaRPr lang="ko-KR" altLang="en-US" sz="900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6B5299E0-15D7-4772-9463-1CBDF55C61BD}"/>
              </a:ext>
            </a:extLst>
          </p:cNvPr>
          <p:cNvSpPr/>
          <p:nvPr/>
        </p:nvSpPr>
        <p:spPr>
          <a:xfrm>
            <a:off x="819314" y="2841009"/>
            <a:ext cx="42191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</a:rPr>
              <a:t>01</a:t>
            </a:r>
            <a:endParaRPr lang="ko-KR" altLang="en-US" dirty="0">
              <a:solidFill>
                <a:schemeClr val="bg1"/>
              </a:solidFill>
            </a:endParaRPr>
          </a:p>
        </p:txBody>
      </p: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C7D48DD1-7FC8-4096-BEFD-4B56A397D9B2}"/>
              </a:ext>
            </a:extLst>
          </p:cNvPr>
          <p:cNvGrpSpPr/>
          <p:nvPr/>
        </p:nvGrpSpPr>
        <p:grpSpPr>
          <a:xfrm>
            <a:off x="755728" y="4646922"/>
            <a:ext cx="4355191" cy="1066085"/>
            <a:chOff x="990600" y="3175715"/>
            <a:chExt cx="4355191" cy="1190171"/>
          </a:xfrm>
        </p:grpSpPr>
        <p:sp>
          <p:nvSpPr>
            <p:cNvPr id="78" name="양쪽 모서리가 둥근 사각형 37">
              <a:extLst>
                <a:ext uri="{FF2B5EF4-FFF2-40B4-BE49-F238E27FC236}">
                  <a16:creationId xmlns:a16="http://schemas.microsoft.com/office/drawing/2014/main" id="{AAE5ECDD-CE6F-492F-ABAD-ABC6D13B1D71}"/>
                </a:ext>
              </a:extLst>
            </p:cNvPr>
            <p:cNvSpPr/>
            <p:nvPr/>
          </p:nvSpPr>
          <p:spPr>
            <a:xfrm rot="16200000" flipH="1">
              <a:off x="695002" y="3479738"/>
              <a:ext cx="1181746" cy="590550"/>
            </a:xfrm>
            <a:prstGeom prst="round2SameRect">
              <a:avLst>
                <a:gd name="adj1" fmla="val 32796"/>
                <a:gd name="adj2" fmla="val 0"/>
              </a:avLst>
            </a:prstGeom>
            <a:solidFill>
              <a:srgbClr val="FB716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" name="모서리가 둥근 직사각형 38">
              <a:extLst>
                <a:ext uri="{FF2B5EF4-FFF2-40B4-BE49-F238E27FC236}">
                  <a16:creationId xmlns:a16="http://schemas.microsoft.com/office/drawing/2014/main" id="{F622D952-43DF-45F8-B905-A0F130B9F5C7}"/>
                </a:ext>
              </a:extLst>
            </p:cNvPr>
            <p:cNvSpPr/>
            <p:nvPr/>
          </p:nvSpPr>
          <p:spPr>
            <a:xfrm>
              <a:off x="990600" y="3175715"/>
              <a:ext cx="4355191" cy="1190171"/>
            </a:xfrm>
            <a:prstGeom prst="roundRect">
              <a:avLst/>
            </a:prstGeom>
            <a:noFill/>
            <a:ln w="28575">
              <a:solidFill>
                <a:srgbClr val="8A6E5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0" name="모서리가 둥근 직사각형 49">
            <a:extLst>
              <a:ext uri="{FF2B5EF4-FFF2-40B4-BE49-F238E27FC236}">
                <a16:creationId xmlns:a16="http://schemas.microsoft.com/office/drawing/2014/main" id="{E601C32B-9C60-4229-B529-8F7D9D522004}"/>
              </a:ext>
            </a:extLst>
          </p:cNvPr>
          <p:cNvSpPr/>
          <p:nvPr/>
        </p:nvSpPr>
        <p:spPr>
          <a:xfrm>
            <a:off x="914294" y="4449602"/>
            <a:ext cx="273418" cy="438352"/>
          </a:xfrm>
          <a:prstGeom prst="roundRect">
            <a:avLst/>
          </a:prstGeom>
          <a:solidFill>
            <a:srgbClr val="FFFBE8"/>
          </a:solidFill>
          <a:ln w="28575">
            <a:solidFill>
              <a:srgbClr val="8A6E5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81" name="Group 20">
            <a:extLst>
              <a:ext uri="{FF2B5EF4-FFF2-40B4-BE49-F238E27FC236}">
                <a16:creationId xmlns:a16="http://schemas.microsoft.com/office/drawing/2014/main" id="{8AF55795-9019-408C-9F38-7453FFA76F0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79357" y="4571049"/>
            <a:ext cx="143292" cy="195458"/>
            <a:chOff x="2597" y="4163"/>
            <a:chExt cx="217" cy="296"/>
          </a:xfrm>
          <a:solidFill>
            <a:srgbClr val="8A6E5B"/>
          </a:solidFill>
        </p:grpSpPr>
        <p:sp>
          <p:nvSpPr>
            <p:cNvPr id="82" name="Freeform 22">
              <a:extLst>
                <a:ext uri="{FF2B5EF4-FFF2-40B4-BE49-F238E27FC236}">
                  <a16:creationId xmlns:a16="http://schemas.microsoft.com/office/drawing/2014/main" id="{DF957A36-B220-4E7D-9261-643066E7069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30" y="4163"/>
              <a:ext cx="151" cy="176"/>
            </a:xfrm>
            <a:custGeom>
              <a:avLst/>
              <a:gdLst>
                <a:gd name="T0" fmla="*/ 410 w 1662"/>
                <a:gd name="T1" fmla="*/ 645 h 1942"/>
                <a:gd name="T2" fmla="*/ 309 w 1662"/>
                <a:gd name="T3" fmla="*/ 847 h 1942"/>
                <a:gd name="T4" fmla="*/ 255 w 1662"/>
                <a:gd name="T5" fmla="*/ 1023 h 1942"/>
                <a:gd name="T6" fmla="*/ 263 w 1662"/>
                <a:gd name="T7" fmla="*/ 1206 h 1942"/>
                <a:gd name="T8" fmla="*/ 347 w 1662"/>
                <a:gd name="T9" fmla="*/ 1429 h 1942"/>
                <a:gd name="T10" fmla="*/ 476 w 1662"/>
                <a:gd name="T11" fmla="*/ 1620 h 1942"/>
                <a:gd name="T12" fmla="*/ 638 w 1662"/>
                <a:gd name="T13" fmla="*/ 1753 h 1942"/>
                <a:gd name="T14" fmla="*/ 825 w 1662"/>
                <a:gd name="T15" fmla="*/ 1803 h 1942"/>
                <a:gd name="T16" fmla="*/ 1013 w 1662"/>
                <a:gd name="T17" fmla="*/ 1753 h 1942"/>
                <a:gd name="T18" fmla="*/ 1176 w 1662"/>
                <a:gd name="T19" fmla="*/ 1619 h 1942"/>
                <a:gd name="T20" fmla="*/ 1305 w 1662"/>
                <a:gd name="T21" fmla="*/ 1428 h 1942"/>
                <a:gd name="T22" fmla="*/ 1388 w 1662"/>
                <a:gd name="T23" fmla="*/ 1205 h 1942"/>
                <a:gd name="T24" fmla="*/ 1418 w 1662"/>
                <a:gd name="T25" fmla="*/ 974 h 1942"/>
                <a:gd name="T26" fmla="*/ 1266 w 1662"/>
                <a:gd name="T27" fmla="*/ 836 h 1942"/>
                <a:gd name="T28" fmla="*/ 1012 w 1662"/>
                <a:gd name="T29" fmla="*/ 794 h 1942"/>
                <a:gd name="T30" fmla="*/ 806 w 1662"/>
                <a:gd name="T31" fmla="*/ 713 h 1942"/>
                <a:gd name="T32" fmla="*/ 646 w 1662"/>
                <a:gd name="T33" fmla="*/ 610 h 1942"/>
                <a:gd name="T34" fmla="*/ 526 w 1662"/>
                <a:gd name="T35" fmla="*/ 499 h 1942"/>
                <a:gd name="T36" fmla="*/ 944 w 1662"/>
                <a:gd name="T37" fmla="*/ 23 h 1942"/>
                <a:gd name="T38" fmla="*/ 1152 w 1662"/>
                <a:gd name="T39" fmla="*/ 118 h 1942"/>
                <a:gd name="T40" fmla="*/ 1271 w 1662"/>
                <a:gd name="T41" fmla="*/ 205 h 1942"/>
                <a:gd name="T42" fmla="*/ 1388 w 1662"/>
                <a:gd name="T43" fmla="*/ 323 h 1942"/>
                <a:gd name="T44" fmla="*/ 1455 w 1662"/>
                <a:gd name="T45" fmla="*/ 429 h 1942"/>
                <a:gd name="T46" fmla="*/ 1524 w 1662"/>
                <a:gd name="T47" fmla="*/ 626 h 1942"/>
                <a:gd name="T48" fmla="*/ 1555 w 1662"/>
                <a:gd name="T49" fmla="*/ 892 h 1942"/>
                <a:gd name="T50" fmla="*/ 1619 w 1662"/>
                <a:gd name="T51" fmla="*/ 939 h 1942"/>
                <a:gd name="T52" fmla="*/ 1657 w 1662"/>
                <a:gd name="T53" fmla="*/ 1032 h 1942"/>
                <a:gd name="T54" fmla="*/ 1655 w 1662"/>
                <a:gd name="T55" fmla="*/ 1183 h 1942"/>
                <a:gd name="T56" fmla="*/ 1611 w 1662"/>
                <a:gd name="T57" fmla="*/ 1304 h 1942"/>
                <a:gd name="T58" fmla="*/ 1537 w 1662"/>
                <a:gd name="T59" fmla="*/ 1372 h 1942"/>
                <a:gd name="T60" fmla="*/ 1445 w 1662"/>
                <a:gd name="T61" fmla="*/ 1454 h 1942"/>
                <a:gd name="T62" fmla="*/ 1313 w 1662"/>
                <a:gd name="T63" fmla="*/ 1670 h 1942"/>
                <a:gd name="T64" fmla="*/ 1141 w 1662"/>
                <a:gd name="T65" fmla="*/ 1836 h 1942"/>
                <a:gd name="T66" fmla="*/ 937 w 1662"/>
                <a:gd name="T67" fmla="*/ 1930 h 1942"/>
                <a:gd name="T68" fmla="*/ 714 w 1662"/>
                <a:gd name="T69" fmla="*/ 1930 h 1942"/>
                <a:gd name="T70" fmla="*/ 510 w 1662"/>
                <a:gd name="T71" fmla="*/ 1836 h 1942"/>
                <a:gd name="T72" fmla="*/ 337 w 1662"/>
                <a:gd name="T73" fmla="*/ 1669 h 1942"/>
                <a:gd name="T74" fmla="*/ 205 w 1662"/>
                <a:gd name="T75" fmla="*/ 1452 h 1942"/>
                <a:gd name="T76" fmla="*/ 111 w 1662"/>
                <a:gd name="T77" fmla="*/ 1364 h 1942"/>
                <a:gd name="T78" fmla="*/ 39 w 1662"/>
                <a:gd name="T79" fmla="*/ 1284 h 1942"/>
                <a:gd name="T80" fmla="*/ 2 w 1662"/>
                <a:gd name="T81" fmla="*/ 1143 h 1942"/>
                <a:gd name="T82" fmla="*/ 9 w 1662"/>
                <a:gd name="T83" fmla="*/ 1009 h 1942"/>
                <a:gd name="T84" fmla="*/ 50 w 1662"/>
                <a:gd name="T85" fmla="*/ 930 h 1942"/>
                <a:gd name="T86" fmla="*/ 98 w 1662"/>
                <a:gd name="T87" fmla="*/ 851 h 1942"/>
                <a:gd name="T88" fmla="*/ 85 w 1662"/>
                <a:gd name="T89" fmla="*/ 643 h 1942"/>
                <a:gd name="T90" fmla="*/ 120 w 1662"/>
                <a:gd name="T91" fmla="*/ 487 h 1942"/>
                <a:gd name="T92" fmla="*/ 183 w 1662"/>
                <a:gd name="T93" fmla="*/ 377 h 1942"/>
                <a:gd name="T94" fmla="*/ 257 w 1662"/>
                <a:gd name="T95" fmla="*/ 305 h 1942"/>
                <a:gd name="T96" fmla="*/ 319 w 1662"/>
                <a:gd name="T97" fmla="*/ 266 h 1942"/>
                <a:gd name="T98" fmla="*/ 352 w 1662"/>
                <a:gd name="T99" fmla="*/ 246 h 1942"/>
                <a:gd name="T100" fmla="*/ 390 w 1662"/>
                <a:gd name="T101" fmla="*/ 196 h 1942"/>
                <a:gd name="T102" fmla="*/ 459 w 1662"/>
                <a:gd name="T103" fmla="*/ 127 h 1942"/>
                <a:gd name="T104" fmla="*/ 559 w 1662"/>
                <a:gd name="T105" fmla="*/ 57 h 1942"/>
                <a:gd name="T106" fmla="*/ 690 w 1662"/>
                <a:gd name="T107" fmla="*/ 10 h 19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662" h="1942">
                  <a:moveTo>
                    <a:pt x="526" y="499"/>
                  </a:moveTo>
                  <a:lnTo>
                    <a:pt x="484" y="546"/>
                  </a:lnTo>
                  <a:lnTo>
                    <a:pt x="445" y="595"/>
                  </a:lnTo>
                  <a:lnTo>
                    <a:pt x="410" y="645"/>
                  </a:lnTo>
                  <a:lnTo>
                    <a:pt x="379" y="696"/>
                  </a:lnTo>
                  <a:lnTo>
                    <a:pt x="352" y="747"/>
                  </a:lnTo>
                  <a:lnTo>
                    <a:pt x="329" y="797"/>
                  </a:lnTo>
                  <a:lnTo>
                    <a:pt x="309" y="847"/>
                  </a:lnTo>
                  <a:lnTo>
                    <a:pt x="291" y="895"/>
                  </a:lnTo>
                  <a:lnTo>
                    <a:pt x="277" y="941"/>
                  </a:lnTo>
                  <a:lnTo>
                    <a:pt x="264" y="984"/>
                  </a:lnTo>
                  <a:lnTo>
                    <a:pt x="255" y="1023"/>
                  </a:lnTo>
                  <a:lnTo>
                    <a:pt x="247" y="1059"/>
                  </a:lnTo>
                  <a:lnTo>
                    <a:pt x="241" y="1091"/>
                  </a:lnTo>
                  <a:lnTo>
                    <a:pt x="250" y="1148"/>
                  </a:lnTo>
                  <a:lnTo>
                    <a:pt x="263" y="1206"/>
                  </a:lnTo>
                  <a:lnTo>
                    <a:pt x="280" y="1263"/>
                  </a:lnTo>
                  <a:lnTo>
                    <a:pt x="299" y="1320"/>
                  </a:lnTo>
                  <a:lnTo>
                    <a:pt x="322" y="1375"/>
                  </a:lnTo>
                  <a:lnTo>
                    <a:pt x="347" y="1429"/>
                  </a:lnTo>
                  <a:lnTo>
                    <a:pt x="375" y="1480"/>
                  </a:lnTo>
                  <a:lnTo>
                    <a:pt x="406" y="1530"/>
                  </a:lnTo>
                  <a:lnTo>
                    <a:pt x="440" y="1576"/>
                  </a:lnTo>
                  <a:lnTo>
                    <a:pt x="476" y="1620"/>
                  </a:lnTo>
                  <a:lnTo>
                    <a:pt x="513" y="1659"/>
                  </a:lnTo>
                  <a:lnTo>
                    <a:pt x="553" y="1695"/>
                  </a:lnTo>
                  <a:lnTo>
                    <a:pt x="594" y="1726"/>
                  </a:lnTo>
                  <a:lnTo>
                    <a:pt x="638" y="1753"/>
                  </a:lnTo>
                  <a:lnTo>
                    <a:pt x="683" y="1774"/>
                  </a:lnTo>
                  <a:lnTo>
                    <a:pt x="729" y="1789"/>
                  </a:lnTo>
                  <a:lnTo>
                    <a:pt x="777" y="1800"/>
                  </a:lnTo>
                  <a:lnTo>
                    <a:pt x="825" y="1803"/>
                  </a:lnTo>
                  <a:lnTo>
                    <a:pt x="875" y="1800"/>
                  </a:lnTo>
                  <a:lnTo>
                    <a:pt x="922" y="1789"/>
                  </a:lnTo>
                  <a:lnTo>
                    <a:pt x="968" y="1774"/>
                  </a:lnTo>
                  <a:lnTo>
                    <a:pt x="1013" y="1753"/>
                  </a:lnTo>
                  <a:lnTo>
                    <a:pt x="1056" y="1726"/>
                  </a:lnTo>
                  <a:lnTo>
                    <a:pt x="1099" y="1695"/>
                  </a:lnTo>
                  <a:lnTo>
                    <a:pt x="1139" y="1659"/>
                  </a:lnTo>
                  <a:lnTo>
                    <a:pt x="1176" y="1619"/>
                  </a:lnTo>
                  <a:lnTo>
                    <a:pt x="1212" y="1576"/>
                  </a:lnTo>
                  <a:lnTo>
                    <a:pt x="1245" y="1529"/>
                  </a:lnTo>
                  <a:lnTo>
                    <a:pt x="1276" y="1480"/>
                  </a:lnTo>
                  <a:lnTo>
                    <a:pt x="1305" y="1428"/>
                  </a:lnTo>
                  <a:lnTo>
                    <a:pt x="1330" y="1374"/>
                  </a:lnTo>
                  <a:lnTo>
                    <a:pt x="1353" y="1319"/>
                  </a:lnTo>
                  <a:lnTo>
                    <a:pt x="1372" y="1262"/>
                  </a:lnTo>
                  <a:lnTo>
                    <a:pt x="1388" y="1205"/>
                  </a:lnTo>
                  <a:lnTo>
                    <a:pt x="1401" y="1147"/>
                  </a:lnTo>
                  <a:lnTo>
                    <a:pt x="1411" y="1089"/>
                  </a:lnTo>
                  <a:lnTo>
                    <a:pt x="1416" y="1032"/>
                  </a:lnTo>
                  <a:lnTo>
                    <a:pt x="1418" y="974"/>
                  </a:lnTo>
                  <a:lnTo>
                    <a:pt x="1417" y="904"/>
                  </a:lnTo>
                  <a:lnTo>
                    <a:pt x="1414" y="838"/>
                  </a:lnTo>
                  <a:lnTo>
                    <a:pt x="1339" y="839"/>
                  </a:lnTo>
                  <a:lnTo>
                    <a:pt x="1266" y="836"/>
                  </a:lnTo>
                  <a:lnTo>
                    <a:pt x="1198" y="830"/>
                  </a:lnTo>
                  <a:lnTo>
                    <a:pt x="1133" y="820"/>
                  </a:lnTo>
                  <a:lnTo>
                    <a:pt x="1070" y="808"/>
                  </a:lnTo>
                  <a:lnTo>
                    <a:pt x="1012" y="794"/>
                  </a:lnTo>
                  <a:lnTo>
                    <a:pt x="956" y="777"/>
                  </a:lnTo>
                  <a:lnTo>
                    <a:pt x="903" y="757"/>
                  </a:lnTo>
                  <a:lnTo>
                    <a:pt x="853" y="737"/>
                  </a:lnTo>
                  <a:lnTo>
                    <a:pt x="806" y="713"/>
                  </a:lnTo>
                  <a:lnTo>
                    <a:pt x="762" y="690"/>
                  </a:lnTo>
                  <a:lnTo>
                    <a:pt x="721" y="664"/>
                  </a:lnTo>
                  <a:lnTo>
                    <a:pt x="682" y="638"/>
                  </a:lnTo>
                  <a:lnTo>
                    <a:pt x="646" y="610"/>
                  </a:lnTo>
                  <a:lnTo>
                    <a:pt x="612" y="583"/>
                  </a:lnTo>
                  <a:lnTo>
                    <a:pt x="581" y="555"/>
                  </a:lnTo>
                  <a:lnTo>
                    <a:pt x="552" y="527"/>
                  </a:lnTo>
                  <a:lnTo>
                    <a:pt x="526" y="499"/>
                  </a:lnTo>
                  <a:close/>
                  <a:moveTo>
                    <a:pt x="808" y="0"/>
                  </a:moveTo>
                  <a:lnTo>
                    <a:pt x="851" y="3"/>
                  </a:lnTo>
                  <a:lnTo>
                    <a:pt x="897" y="11"/>
                  </a:lnTo>
                  <a:lnTo>
                    <a:pt x="944" y="23"/>
                  </a:lnTo>
                  <a:lnTo>
                    <a:pt x="993" y="39"/>
                  </a:lnTo>
                  <a:lnTo>
                    <a:pt x="1044" y="60"/>
                  </a:lnTo>
                  <a:lnTo>
                    <a:pt x="1097" y="86"/>
                  </a:lnTo>
                  <a:lnTo>
                    <a:pt x="1152" y="118"/>
                  </a:lnTo>
                  <a:lnTo>
                    <a:pt x="1179" y="135"/>
                  </a:lnTo>
                  <a:lnTo>
                    <a:pt x="1208" y="155"/>
                  </a:lnTo>
                  <a:lnTo>
                    <a:pt x="1239" y="179"/>
                  </a:lnTo>
                  <a:lnTo>
                    <a:pt x="1271" y="205"/>
                  </a:lnTo>
                  <a:lnTo>
                    <a:pt x="1304" y="233"/>
                  </a:lnTo>
                  <a:lnTo>
                    <a:pt x="1334" y="261"/>
                  </a:lnTo>
                  <a:lnTo>
                    <a:pt x="1363" y="292"/>
                  </a:lnTo>
                  <a:lnTo>
                    <a:pt x="1388" y="323"/>
                  </a:lnTo>
                  <a:lnTo>
                    <a:pt x="1409" y="353"/>
                  </a:lnTo>
                  <a:lnTo>
                    <a:pt x="1409" y="353"/>
                  </a:lnTo>
                  <a:lnTo>
                    <a:pt x="1433" y="389"/>
                  </a:lnTo>
                  <a:lnTo>
                    <a:pt x="1455" y="429"/>
                  </a:lnTo>
                  <a:lnTo>
                    <a:pt x="1475" y="472"/>
                  </a:lnTo>
                  <a:lnTo>
                    <a:pt x="1493" y="519"/>
                  </a:lnTo>
                  <a:lnTo>
                    <a:pt x="1509" y="570"/>
                  </a:lnTo>
                  <a:lnTo>
                    <a:pt x="1524" y="626"/>
                  </a:lnTo>
                  <a:lnTo>
                    <a:pt x="1535" y="685"/>
                  </a:lnTo>
                  <a:lnTo>
                    <a:pt x="1545" y="749"/>
                  </a:lnTo>
                  <a:lnTo>
                    <a:pt x="1551" y="817"/>
                  </a:lnTo>
                  <a:lnTo>
                    <a:pt x="1555" y="892"/>
                  </a:lnTo>
                  <a:lnTo>
                    <a:pt x="1573" y="900"/>
                  </a:lnTo>
                  <a:lnTo>
                    <a:pt x="1590" y="910"/>
                  </a:lnTo>
                  <a:lnTo>
                    <a:pt x="1605" y="922"/>
                  </a:lnTo>
                  <a:lnTo>
                    <a:pt x="1619" y="939"/>
                  </a:lnTo>
                  <a:lnTo>
                    <a:pt x="1632" y="957"/>
                  </a:lnTo>
                  <a:lnTo>
                    <a:pt x="1642" y="979"/>
                  </a:lnTo>
                  <a:lnTo>
                    <a:pt x="1651" y="1003"/>
                  </a:lnTo>
                  <a:lnTo>
                    <a:pt x="1657" y="1032"/>
                  </a:lnTo>
                  <a:lnTo>
                    <a:pt x="1661" y="1064"/>
                  </a:lnTo>
                  <a:lnTo>
                    <a:pt x="1662" y="1102"/>
                  </a:lnTo>
                  <a:lnTo>
                    <a:pt x="1660" y="1143"/>
                  </a:lnTo>
                  <a:lnTo>
                    <a:pt x="1655" y="1183"/>
                  </a:lnTo>
                  <a:lnTo>
                    <a:pt x="1648" y="1218"/>
                  </a:lnTo>
                  <a:lnTo>
                    <a:pt x="1638" y="1250"/>
                  </a:lnTo>
                  <a:lnTo>
                    <a:pt x="1625" y="1278"/>
                  </a:lnTo>
                  <a:lnTo>
                    <a:pt x="1611" y="1304"/>
                  </a:lnTo>
                  <a:lnTo>
                    <a:pt x="1595" y="1325"/>
                  </a:lnTo>
                  <a:lnTo>
                    <a:pt x="1577" y="1344"/>
                  </a:lnTo>
                  <a:lnTo>
                    <a:pt x="1558" y="1360"/>
                  </a:lnTo>
                  <a:lnTo>
                    <a:pt x="1537" y="1372"/>
                  </a:lnTo>
                  <a:lnTo>
                    <a:pt x="1515" y="1382"/>
                  </a:lnTo>
                  <a:lnTo>
                    <a:pt x="1493" y="1390"/>
                  </a:lnTo>
                  <a:lnTo>
                    <a:pt x="1471" y="1395"/>
                  </a:lnTo>
                  <a:lnTo>
                    <a:pt x="1445" y="1454"/>
                  </a:lnTo>
                  <a:lnTo>
                    <a:pt x="1416" y="1512"/>
                  </a:lnTo>
                  <a:lnTo>
                    <a:pt x="1385" y="1567"/>
                  </a:lnTo>
                  <a:lnTo>
                    <a:pt x="1350" y="1620"/>
                  </a:lnTo>
                  <a:lnTo>
                    <a:pt x="1313" y="1670"/>
                  </a:lnTo>
                  <a:lnTo>
                    <a:pt x="1273" y="1717"/>
                  </a:lnTo>
                  <a:lnTo>
                    <a:pt x="1231" y="1761"/>
                  </a:lnTo>
                  <a:lnTo>
                    <a:pt x="1187" y="1801"/>
                  </a:lnTo>
                  <a:lnTo>
                    <a:pt x="1141" y="1836"/>
                  </a:lnTo>
                  <a:lnTo>
                    <a:pt x="1092" y="1868"/>
                  </a:lnTo>
                  <a:lnTo>
                    <a:pt x="1042" y="1893"/>
                  </a:lnTo>
                  <a:lnTo>
                    <a:pt x="990" y="1915"/>
                  </a:lnTo>
                  <a:lnTo>
                    <a:pt x="937" y="1930"/>
                  </a:lnTo>
                  <a:lnTo>
                    <a:pt x="882" y="1939"/>
                  </a:lnTo>
                  <a:lnTo>
                    <a:pt x="825" y="1942"/>
                  </a:lnTo>
                  <a:lnTo>
                    <a:pt x="769" y="1939"/>
                  </a:lnTo>
                  <a:lnTo>
                    <a:pt x="714" y="1930"/>
                  </a:lnTo>
                  <a:lnTo>
                    <a:pt x="661" y="1915"/>
                  </a:lnTo>
                  <a:lnTo>
                    <a:pt x="608" y="1893"/>
                  </a:lnTo>
                  <a:lnTo>
                    <a:pt x="558" y="1867"/>
                  </a:lnTo>
                  <a:lnTo>
                    <a:pt x="510" y="1836"/>
                  </a:lnTo>
                  <a:lnTo>
                    <a:pt x="464" y="1800"/>
                  </a:lnTo>
                  <a:lnTo>
                    <a:pt x="419" y="1760"/>
                  </a:lnTo>
                  <a:lnTo>
                    <a:pt x="377" y="1716"/>
                  </a:lnTo>
                  <a:lnTo>
                    <a:pt x="337" y="1669"/>
                  </a:lnTo>
                  <a:lnTo>
                    <a:pt x="300" y="1618"/>
                  </a:lnTo>
                  <a:lnTo>
                    <a:pt x="266" y="1565"/>
                  </a:lnTo>
                  <a:lnTo>
                    <a:pt x="234" y="1510"/>
                  </a:lnTo>
                  <a:lnTo>
                    <a:pt x="205" y="1452"/>
                  </a:lnTo>
                  <a:lnTo>
                    <a:pt x="179" y="1392"/>
                  </a:lnTo>
                  <a:lnTo>
                    <a:pt x="156" y="1386"/>
                  </a:lnTo>
                  <a:lnTo>
                    <a:pt x="133" y="1376"/>
                  </a:lnTo>
                  <a:lnTo>
                    <a:pt x="111" y="1364"/>
                  </a:lnTo>
                  <a:lnTo>
                    <a:pt x="91" y="1349"/>
                  </a:lnTo>
                  <a:lnTo>
                    <a:pt x="72" y="1330"/>
                  </a:lnTo>
                  <a:lnTo>
                    <a:pt x="55" y="1309"/>
                  </a:lnTo>
                  <a:lnTo>
                    <a:pt x="39" y="1284"/>
                  </a:lnTo>
                  <a:lnTo>
                    <a:pt x="26" y="1254"/>
                  </a:lnTo>
                  <a:lnTo>
                    <a:pt x="15" y="1221"/>
                  </a:lnTo>
                  <a:lnTo>
                    <a:pt x="7" y="1184"/>
                  </a:lnTo>
                  <a:lnTo>
                    <a:pt x="2" y="1143"/>
                  </a:lnTo>
                  <a:lnTo>
                    <a:pt x="0" y="1104"/>
                  </a:lnTo>
                  <a:lnTo>
                    <a:pt x="1" y="1068"/>
                  </a:lnTo>
                  <a:lnTo>
                    <a:pt x="4" y="1038"/>
                  </a:lnTo>
                  <a:lnTo>
                    <a:pt x="9" y="1009"/>
                  </a:lnTo>
                  <a:lnTo>
                    <a:pt x="17" y="985"/>
                  </a:lnTo>
                  <a:lnTo>
                    <a:pt x="27" y="964"/>
                  </a:lnTo>
                  <a:lnTo>
                    <a:pt x="38" y="946"/>
                  </a:lnTo>
                  <a:lnTo>
                    <a:pt x="50" y="930"/>
                  </a:lnTo>
                  <a:lnTo>
                    <a:pt x="65" y="916"/>
                  </a:lnTo>
                  <a:lnTo>
                    <a:pt x="80" y="906"/>
                  </a:lnTo>
                  <a:lnTo>
                    <a:pt x="96" y="897"/>
                  </a:lnTo>
                  <a:lnTo>
                    <a:pt x="98" y="851"/>
                  </a:lnTo>
                  <a:lnTo>
                    <a:pt x="89" y="794"/>
                  </a:lnTo>
                  <a:lnTo>
                    <a:pt x="85" y="740"/>
                  </a:lnTo>
                  <a:lnTo>
                    <a:pt x="83" y="690"/>
                  </a:lnTo>
                  <a:lnTo>
                    <a:pt x="85" y="643"/>
                  </a:lnTo>
                  <a:lnTo>
                    <a:pt x="90" y="599"/>
                  </a:lnTo>
                  <a:lnTo>
                    <a:pt x="98" y="559"/>
                  </a:lnTo>
                  <a:lnTo>
                    <a:pt x="108" y="522"/>
                  </a:lnTo>
                  <a:lnTo>
                    <a:pt x="120" y="487"/>
                  </a:lnTo>
                  <a:lnTo>
                    <a:pt x="134" y="455"/>
                  </a:lnTo>
                  <a:lnTo>
                    <a:pt x="149" y="427"/>
                  </a:lnTo>
                  <a:lnTo>
                    <a:pt x="166" y="400"/>
                  </a:lnTo>
                  <a:lnTo>
                    <a:pt x="183" y="377"/>
                  </a:lnTo>
                  <a:lnTo>
                    <a:pt x="202" y="355"/>
                  </a:lnTo>
                  <a:lnTo>
                    <a:pt x="220" y="337"/>
                  </a:lnTo>
                  <a:lnTo>
                    <a:pt x="239" y="320"/>
                  </a:lnTo>
                  <a:lnTo>
                    <a:pt x="257" y="305"/>
                  </a:lnTo>
                  <a:lnTo>
                    <a:pt x="274" y="293"/>
                  </a:lnTo>
                  <a:lnTo>
                    <a:pt x="290" y="282"/>
                  </a:lnTo>
                  <a:lnTo>
                    <a:pt x="305" y="273"/>
                  </a:lnTo>
                  <a:lnTo>
                    <a:pt x="319" y="266"/>
                  </a:lnTo>
                  <a:lnTo>
                    <a:pt x="331" y="260"/>
                  </a:lnTo>
                  <a:lnTo>
                    <a:pt x="341" y="255"/>
                  </a:lnTo>
                  <a:lnTo>
                    <a:pt x="348" y="253"/>
                  </a:lnTo>
                  <a:lnTo>
                    <a:pt x="352" y="246"/>
                  </a:lnTo>
                  <a:lnTo>
                    <a:pt x="359" y="237"/>
                  </a:lnTo>
                  <a:lnTo>
                    <a:pt x="367" y="225"/>
                  </a:lnTo>
                  <a:lnTo>
                    <a:pt x="377" y="212"/>
                  </a:lnTo>
                  <a:lnTo>
                    <a:pt x="390" y="196"/>
                  </a:lnTo>
                  <a:lnTo>
                    <a:pt x="404" y="180"/>
                  </a:lnTo>
                  <a:lnTo>
                    <a:pt x="421" y="163"/>
                  </a:lnTo>
                  <a:lnTo>
                    <a:pt x="439" y="145"/>
                  </a:lnTo>
                  <a:lnTo>
                    <a:pt x="459" y="127"/>
                  </a:lnTo>
                  <a:lnTo>
                    <a:pt x="481" y="108"/>
                  </a:lnTo>
                  <a:lnTo>
                    <a:pt x="505" y="91"/>
                  </a:lnTo>
                  <a:lnTo>
                    <a:pt x="531" y="74"/>
                  </a:lnTo>
                  <a:lnTo>
                    <a:pt x="559" y="57"/>
                  </a:lnTo>
                  <a:lnTo>
                    <a:pt x="589" y="43"/>
                  </a:lnTo>
                  <a:lnTo>
                    <a:pt x="620" y="30"/>
                  </a:lnTo>
                  <a:lnTo>
                    <a:pt x="655" y="19"/>
                  </a:lnTo>
                  <a:lnTo>
                    <a:pt x="690" y="10"/>
                  </a:lnTo>
                  <a:lnTo>
                    <a:pt x="728" y="3"/>
                  </a:lnTo>
                  <a:lnTo>
                    <a:pt x="767" y="0"/>
                  </a:lnTo>
                  <a:lnTo>
                    <a:pt x="80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83" name="Freeform 23">
              <a:extLst>
                <a:ext uri="{FF2B5EF4-FFF2-40B4-BE49-F238E27FC236}">
                  <a16:creationId xmlns:a16="http://schemas.microsoft.com/office/drawing/2014/main" id="{DC9A9029-9BDC-47F4-AA52-489B8AFD805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64" y="4250"/>
              <a:ext cx="83" cy="27"/>
            </a:xfrm>
            <a:custGeom>
              <a:avLst/>
              <a:gdLst>
                <a:gd name="T0" fmla="*/ 613 w 916"/>
                <a:gd name="T1" fmla="*/ 78 h 300"/>
                <a:gd name="T2" fmla="*/ 561 w 916"/>
                <a:gd name="T3" fmla="*/ 109 h 300"/>
                <a:gd name="T4" fmla="*/ 554 w 916"/>
                <a:gd name="T5" fmla="*/ 165 h 300"/>
                <a:gd name="T6" fmla="*/ 579 w 916"/>
                <a:gd name="T7" fmla="*/ 210 h 300"/>
                <a:gd name="T8" fmla="*/ 665 w 916"/>
                <a:gd name="T9" fmla="*/ 229 h 300"/>
                <a:gd name="T10" fmla="*/ 787 w 916"/>
                <a:gd name="T11" fmla="*/ 223 h 300"/>
                <a:gd name="T12" fmla="*/ 839 w 916"/>
                <a:gd name="T13" fmla="*/ 191 h 300"/>
                <a:gd name="T14" fmla="*/ 846 w 916"/>
                <a:gd name="T15" fmla="*/ 135 h 300"/>
                <a:gd name="T16" fmla="*/ 820 w 916"/>
                <a:gd name="T17" fmla="*/ 90 h 300"/>
                <a:gd name="T18" fmla="*/ 734 w 916"/>
                <a:gd name="T19" fmla="*/ 72 h 300"/>
                <a:gd name="T20" fmla="*/ 153 w 916"/>
                <a:gd name="T21" fmla="*/ 74 h 300"/>
                <a:gd name="T22" fmla="*/ 85 w 916"/>
                <a:gd name="T23" fmla="*/ 99 h 300"/>
                <a:gd name="T24" fmla="*/ 70 w 916"/>
                <a:gd name="T25" fmla="*/ 150 h 300"/>
                <a:gd name="T26" fmla="*/ 85 w 916"/>
                <a:gd name="T27" fmla="*/ 201 h 300"/>
                <a:gd name="T28" fmla="*/ 153 w 916"/>
                <a:gd name="T29" fmla="*/ 227 h 300"/>
                <a:gd name="T30" fmla="*/ 280 w 916"/>
                <a:gd name="T31" fmla="*/ 227 h 300"/>
                <a:gd name="T32" fmla="*/ 348 w 916"/>
                <a:gd name="T33" fmla="*/ 201 h 300"/>
                <a:gd name="T34" fmla="*/ 363 w 916"/>
                <a:gd name="T35" fmla="*/ 150 h 300"/>
                <a:gd name="T36" fmla="*/ 348 w 916"/>
                <a:gd name="T37" fmla="*/ 99 h 300"/>
                <a:gd name="T38" fmla="*/ 280 w 916"/>
                <a:gd name="T39" fmla="*/ 74 h 300"/>
                <a:gd name="T40" fmla="*/ 234 w 916"/>
                <a:gd name="T41" fmla="*/ 0 h 300"/>
                <a:gd name="T42" fmla="*/ 321 w 916"/>
                <a:gd name="T43" fmla="*/ 9 h 300"/>
                <a:gd name="T44" fmla="*/ 400 w 916"/>
                <a:gd name="T45" fmla="*/ 53 h 300"/>
                <a:gd name="T46" fmla="*/ 574 w 916"/>
                <a:gd name="T47" fmla="*/ 17 h 300"/>
                <a:gd name="T48" fmla="*/ 662 w 916"/>
                <a:gd name="T49" fmla="*/ 1 h 300"/>
                <a:gd name="T50" fmla="*/ 732 w 916"/>
                <a:gd name="T51" fmla="*/ 0 h 300"/>
                <a:gd name="T52" fmla="*/ 806 w 916"/>
                <a:gd name="T53" fmla="*/ 10 h 300"/>
                <a:gd name="T54" fmla="*/ 875 w 916"/>
                <a:gd name="T55" fmla="*/ 45 h 300"/>
                <a:gd name="T56" fmla="*/ 914 w 916"/>
                <a:gd name="T57" fmla="*/ 123 h 300"/>
                <a:gd name="T58" fmla="*/ 900 w 916"/>
                <a:gd name="T59" fmla="*/ 223 h 300"/>
                <a:gd name="T60" fmla="*/ 843 w 916"/>
                <a:gd name="T61" fmla="*/ 277 h 300"/>
                <a:gd name="T62" fmla="*/ 768 w 916"/>
                <a:gd name="T63" fmla="*/ 297 h 300"/>
                <a:gd name="T64" fmla="*/ 699 w 916"/>
                <a:gd name="T65" fmla="*/ 300 h 300"/>
                <a:gd name="T66" fmla="*/ 632 w 916"/>
                <a:gd name="T67" fmla="*/ 297 h 300"/>
                <a:gd name="T68" fmla="*/ 557 w 916"/>
                <a:gd name="T69" fmla="*/ 277 h 300"/>
                <a:gd name="T70" fmla="*/ 500 w 916"/>
                <a:gd name="T71" fmla="*/ 224 h 300"/>
                <a:gd name="T72" fmla="*/ 485 w 916"/>
                <a:gd name="T73" fmla="*/ 137 h 300"/>
                <a:gd name="T74" fmla="*/ 432 w 916"/>
                <a:gd name="T75" fmla="*/ 150 h 300"/>
                <a:gd name="T76" fmla="*/ 405 w 916"/>
                <a:gd name="T77" fmla="*/ 241 h 300"/>
                <a:gd name="T78" fmla="*/ 342 w 916"/>
                <a:gd name="T79" fmla="*/ 284 h 300"/>
                <a:gd name="T80" fmla="*/ 266 w 916"/>
                <a:gd name="T81" fmla="*/ 298 h 300"/>
                <a:gd name="T82" fmla="*/ 201 w 916"/>
                <a:gd name="T83" fmla="*/ 299 h 300"/>
                <a:gd name="T84" fmla="*/ 129 w 916"/>
                <a:gd name="T85" fmla="*/ 294 h 300"/>
                <a:gd name="T86" fmla="*/ 57 w 916"/>
                <a:gd name="T87" fmla="*/ 267 h 300"/>
                <a:gd name="T88" fmla="*/ 7 w 916"/>
                <a:gd name="T89" fmla="*/ 202 h 300"/>
                <a:gd name="T90" fmla="*/ 7 w 916"/>
                <a:gd name="T91" fmla="*/ 98 h 300"/>
                <a:gd name="T92" fmla="*/ 57 w 916"/>
                <a:gd name="T93" fmla="*/ 33 h 300"/>
                <a:gd name="T94" fmla="*/ 129 w 916"/>
                <a:gd name="T95" fmla="*/ 6 h 300"/>
                <a:gd name="T96" fmla="*/ 201 w 916"/>
                <a:gd name="T97" fmla="*/ 0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16" h="300">
                  <a:moveTo>
                    <a:pt x="699" y="71"/>
                  </a:moveTo>
                  <a:lnTo>
                    <a:pt x="665" y="72"/>
                  </a:lnTo>
                  <a:lnTo>
                    <a:pt x="636" y="74"/>
                  </a:lnTo>
                  <a:lnTo>
                    <a:pt x="613" y="78"/>
                  </a:lnTo>
                  <a:lnTo>
                    <a:pt x="594" y="83"/>
                  </a:lnTo>
                  <a:lnTo>
                    <a:pt x="579" y="90"/>
                  </a:lnTo>
                  <a:lnTo>
                    <a:pt x="569" y="99"/>
                  </a:lnTo>
                  <a:lnTo>
                    <a:pt x="561" y="109"/>
                  </a:lnTo>
                  <a:lnTo>
                    <a:pt x="556" y="122"/>
                  </a:lnTo>
                  <a:lnTo>
                    <a:pt x="554" y="135"/>
                  </a:lnTo>
                  <a:lnTo>
                    <a:pt x="553" y="150"/>
                  </a:lnTo>
                  <a:lnTo>
                    <a:pt x="554" y="165"/>
                  </a:lnTo>
                  <a:lnTo>
                    <a:pt x="556" y="179"/>
                  </a:lnTo>
                  <a:lnTo>
                    <a:pt x="561" y="191"/>
                  </a:lnTo>
                  <a:lnTo>
                    <a:pt x="569" y="201"/>
                  </a:lnTo>
                  <a:lnTo>
                    <a:pt x="579" y="210"/>
                  </a:lnTo>
                  <a:lnTo>
                    <a:pt x="594" y="216"/>
                  </a:lnTo>
                  <a:lnTo>
                    <a:pt x="613" y="223"/>
                  </a:lnTo>
                  <a:lnTo>
                    <a:pt x="636" y="227"/>
                  </a:lnTo>
                  <a:lnTo>
                    <a:pt x="665" y="229"/>
                  </a:lnTo>
                  <a:lnTo>
                    <a:pt x="699" y="230"/>
                  </a:lnTo>
                  <a:lnTo>
                    <a:pt x="734" y="229"/>
                  </a:lnTo>
                  <a:lnTo>
                    <a:pt x="763" y="227"/>
                  </a:lnTo>
                  <a:lnTo>
                    <a:pt x="787" y="223"/>
                  </a:lnTo>
                  <a:lnTo>
                    <a:pt x="805" y="216"/>
                  </a:lnTo>
                  <a:lnTo>
                    <a:pt x="820" y="210"/>
                  </a:lnTo>
                  <a:lnTo>
                    <a:pt x="831" y="201"/>
                  </a:lnTo>
                  <a:lnTo>
                    <a:pt x="839" y="191"/>
                  </a:lnTo>
                  <a:lnTo>
                    <a:pt x="843" y="179"/>
                  </a:lnTo>
                  <a:lnTo>
                    <a:pt x="846" y="165"/>
                  </a:lnTo>
                  <a:lnTo>
                    <a:pt x="847" y="150"/>
                  </a:lnTo>
                  <a:lnTo>
                    <a:pt x="846" y="135"/>
                  </a:lnTo>
                  <a:lnTo>
                    <a:pt x="843" y="122"/>
                  </a:lnTo>
                  <a:lnTo>
                    <a:pt x="839" y="109"/>
                  </a:lnTo>
                  <a:lnTo>
                    <a:pt x="831" y="99"/>
                  </a:lnTo>
                  <a:lnTo>
                    <a:pt x="820" y="90"/>
                  </a:lnTo>
                  <a:lnTo>
                    <a:pt x="805" y="83"/>
                  </a:lnTo>
                  <a:lnTo>
                    <a:pt x="787" y="78"/>
                  </a:lnTo>
                  <a:lnTo>
                    <a:pt x="763" y="74"/>
                  </a:lnTo>
                  <a:lnTo>
                    <a:pt x="734" y="72"/>
                  </a:lnTo>
                  <a:lnTo>
                    <a:pt x="699" y="71"/>
                  </a:lnTo>
                  <a:close/>
                  <a:moveTo>
                    <a:pt x="216" y="71"/>
                  </a:moveTo>
                  <a:lnTo>
                    <a:pt x="182" y="72"/>
                  </a:lnTo>
                  <a:lnTo>
                    <a:pt x="153" y="74"/>
                  </a:lnTo>
                  <a:lnTo>
                    <a:pt x="130" y="78"/>
                  </a:lnTo>
                  <a:lnTo>
                    <a:pt x="111" y="83"/>
                  </a:lnTo>
                  <a:lnTo>
                    <a:pt x="96" y="90"/>
                  </a:lnTo>
                  <a:lnTo>
                    <a:pt x="85" y="99"/>
                  </a:lnTo>
                  <a:lnTo>
                    <a:pt x="78" y="109"/>
                  </a:lnTo>
                  <a:lnTo>
                    <a:pt x="73" y="122"/>
                  </a:lnTo>
                  <a:lnTo>
                    <a:pt x="70" y="135"/>
                  </a:lnTo>
                  <a:lnTo>
                    <a:pt x="70" y="150"/>
                  </a:lnTo>
                  <a:lnTo>
                    <a:pt x="70" y="165"/>
                  </a:lnTo>
                  <a:lnTo>
                    <a:pt x="73" y="179"/>
                  </a:lnTo>
                  <a:lnTo>
                    <a:pt x="78" y="191"/>
                  </a:lnTo>
                  <a:lnTo>
                    <a:pt x="85" y="201"/>
                  </a:lnTo>
                  <a:lnTo>
                    <a:pt x="96" y="210"/>
                  </a:lnTo>
                  <a:lnTo>
                    <a:pt x="111" y="216"/>
                  </a:lnTo>
                  <a:lnTo>
                    <a:pt x="130" y="223"/>
                  </a:lnTo>
                  <a:lnTo>
                    <a:pt x="153" y="227"/>
                  </a:lnTo>
                  <a:lnTo>
                    <a:pt x="182" y="229"/>
                  </a:lnTo>
                  <a:lnTo>
                    <a:pt x="216" y="230"/>
                  </a:lnTo>
                  <a:lnTo>
                    <a:pt x="250" y="229"/>
                  </a:lnTo>
                  <a:lnTo>
                    <a:pt x="280" y="227"/>
                  </a:lnTo>
                  <a:lnTo>
                    <a:pt x="304" y="223"/>
                  </a:lnTo>
                  <a:lnTo>
                    <a:pt x="322" y="216"/>
                  </a:lnTo>
                  <a:lnTo>
                    <a:pt x="337" y="210"/>
                  </a:lnTo>
                  <a:lnTo>
                    <a:pt x="348" y="201"/>
                  </a:lnTo>
                  <a:lnTo>
                    <a:pt x="355" y="191"/>
                  </a:lnTo>
                  <a:lnTo>
                    <a:pt x="360" y="179"/>
                  </a:lnTo>
                  <a:lnTo>
                    <a:pt x="363" y="165"/>
                  </a:lnTo>
                  <a:lnTo>
                    <a:pt x="363" y="150"/>
                  </a:lnTo>
                  <a:lnTo>
                    <a:pt x="363" y="135"/>
                  </a:lnTo>
                  <a:lnTo>
                    <a:pt x="360" y="122"/>
                  </a:lnTo>
                  <a:lnTo>
                    <a:pt x="355" y="109"/>
                  </a:lnTo>
                  <a:lnTo>
                    <a:pt x="348" y="99"/>
                  </a:lnTo>
                  <a:lnTo>
                    <a:pt x="337" y="90"/>
                  </a:lnTo>
                  <a:lnTo>
                    <a:pt x="322" y="83"/>
                  </a:lnTo>
                  <a:lnTo>
                    <a:pt x="304" y="78"/>
                  </a:lnTo>
                  <a:lnTo>
                    <a:pt x="280" y="74"/>
                  </a:lnTo>
                  <a:lnTo>
                    <a:pt x="250" y="72"/>
                  </a:lnTo>
                  <a:lnTo>
                    <a:pt x="216" y="71"/>
                  </a:lnTo>
                  <a:close/>
                  <a:moveTo>
                    <a:pt x="216" y="0"/>
                  </a:moveTo>
                  <a:lnTo>
                    <a:pt x="234" y="0"/>
                  </a:lnTo>
                  <a:lnTo>
                    <a:pt x="254" y="1"/>
                  </a:lnTo>
                  <a:lnTo>
                    <a:pt x="276" y="2"/>
                  </a:lnTo>
                  <a:lnTo>
                    <a:pt x="298" y="5"/>
                  </a:lnTo>
                  <a:lnTo>
                    <a:pt x="321" y="9"/>
                  </a:lnTo>
                  <a:lnTo>
                    <a:pt x="343" y="17"/>
                  </a:lnTo>
                  <a:lnTo>
                    <a:pt x="364" y="26"/>
                  </a:lnTo>
                  <a:lnTo>
                    <a:pt x="383" y="37"/>
                  </a:lnTo>
                  <a:lnTo>
                    <a:pt x="400" y="53"/>
                  </a:lnTo>
                  <a:lnTo>
                    <a:pt x="516" y="53"/>
                  </a:lnTo>
                  <a:lnTo>
                    <a:pt x="533" y="37"/>
                  </a:lnTo>
                  <a:lnTo>
                    <a:pt x="553" y="26"/>
                  </a:lnTo>
                  <a:lnTo>
                    <a:pt x="574" y="17"/>
                  </a:lnTo>
                  <a:lnTo>
                    <a:pt x="596" y="9"/>
                  </a:lnTo>
                  <a:lnTo>
                    <a:pt x="618" y="5"/>
                  </a:lnTo>
                  <a:lnTo>
                    <a:pt x="640" y="2"/>
                  </a:lnTo>
                  <a:lnTo>
                    <a:pt x="662" y="1"/>
                  </a:lnTo>
                  <a:lnTo>
                    <a:pt x="682" y="0"/>
                  </a:lnTo>
                  <a:lnTo>
                    <a:pt x="699" y="0"/>
                  </a:lnTo>
                  <a:lnTo>
                    <a:pt x="715" y="0"/>
                  </a:lnTo>
                  <a:lnTo>
                    <a:pt x="732" y="0"/>
                  </a:lnTo>
                  <a:lnTo>
                    <a:pt x="749" y="1"/>
                  </a:lnTo>
                  <a:lnTo>
                    <a:pt x="768" y="3"/>
                  </a:lnTo>
                  <a:lnTo>
                    <a:pt x="787" y="6"/>
                  </a:lnTo>
                  <a:lnTo>
                    <a:pt x="806" y="10"/>
                  </a:lnTo>
                  <a:lnTo>
                    <a:pt x="825" y="16"/>
                  </a:lnTo>
                  <a:lnTo>
                    <a:pt x="843" y="24"/>
                  </a:lnTo>
                  <a:lnTo>
                    <a:pt x="860" y="33"/>
                  </a:lnTo>
                  <a:lnTo>
                    <a:pt x="875" y="45"/>
                  </a:lnTo>
                  <a:lnTo>
                    <a:pt x="889" y="59"/>
                  </a:lnTo>
                  <a:lnTo>
                    <a:pt x="900" y="77"/>
                  </a:lnTo>
                  <a:lnTo>
                    <a:pt x="908" y="98"/>
                  </a:lnTo>
                  <a:lnTo>
                    <a:pt x="914" y="123"/>
                  </a:lnTo>
                  <a:lnTo>
                    <a:pt x="916" y="150"/>
                  </a:lnTo>
                  <a:lnTo>
                    <a:pt x="914" y="178"/>
                  </a:lnTo>
                  <a:lnTo>
                    <a:pt x="908" y="202"/>
                  </a:lnTo>
                  <a:lnTo>
                    <a:pt x="900" y="223"/>
                  </a:lnTo>
                  <a:lnTo>
                    <a:pt x="889" y="241"/>
                  </a:lnTo>
                  <a:lnTo>
                    <a:pt x="875" y="255"/>
                  </a:lnTo>
                  <a:lnTo>
                    <a:pt x="860" y="267"/>
                  </a:lnTo>
                  <a:lnTo>
                    <a:pt x="843" y="277"/>
                  </a:lnTo>
                  <a:lnTo>
                    <a:pt x="825" y="285"/>
                  </a:lnTo>
                  <a:lnTo>
                    <a:pt x="806" y="290"/>
                  </a:lnTo>
                  <a:lnTo>
                    <a:pt x="787" y="294"/>
                  </a:lnTo>
                  <a:lnTo>
                    <a:pt x="768" y="297"/>
                  </a:lnTo>
                  <a:lnTo>
                    <a:pt x="749" y="298"/>
                  </a:lnTo>
                  <a:lnTo>
                    <a:pt x="732" y="299"/>
                  </a:lnTo>
                  <a:lnTo>
                    <a:pt x="715" y="299"/>
                  </a:lnTo>
                  <a:lnTo>
                    <a:pt x="699" y="300"/>
                  </a:lnTo>
                  <a:lnTo>
                    <a:pt x="685" y="299"/>
                  </a:lnTo>
                  <a:lnTo>
                    <a:pt x="668" y="299"/>
                  </a:lnTo>
                  <a:lnTo>
                    <a:pt x="650" y="298"/>
                  </a:lnTo>
                  <a:lnTo>
                    <a:pt x="632" y="297"/>
                  </a:lnTo>
                  <a:lnTo>
                    <a:pt x="613" y="294"/>
                  </a:lnTo>
                  <a:lnTo>
                    <a:pt x="593" y="290"/>
                  </a:lnTo>
                  <a:lnTo>
                    <a:pt x="575" y="285"/>
                  </a:lnTo>
                  <a:lnTo>
                    <a:pt x="557" y="277"/>
                  </a:lnTo>
                  <a:lnTo>
                    <a:pt x="540" y="267"/>
                  </a:lnTo>
                  <a:lnTo>
                    <a:pt x="524" y="255"/>
                  </a:lnTo>
                  <a:lnTo>
                    <a:pt x="511" y="241"/>
                  </a:lnTo>
                  <a:lnTo>
                    <a:pt x="500" y="224"/>
                  </a:lnTo>
                  <a:lnTo>
                    <a:pt x="491" y="202"/>
                  </a:lnTo>
                  <a:lnTo>
                    <a:pt x="486" y="179"/>
                  </a:lnTo>
                  <a:lnTo>
                    <a:pt x="484" y="150"/>
                  </a:lnTo>
                  <a:lnTo>
                    <a:pt x="485" y="137"/>
                  </a:lnTo>
                  <a:lnTo>
                    <a:pt x="486" y="125"/>
                  </a:lnTo>
                  <a:lnTo>
                    <a:pt x="430" y="125"/>
                  </a:lnTo>
                  <a:lnTo>
                    <a:pt x="432" y="137"/>
                  </a:lnTo>
                  <a:lnTo>
                    <a:pt x="432" y="150"/>
                  </a:lnTo>
                  <a:lnTo>
                    <a:pt x="430" y="179"/>
                  </a:lnTo>
                  <a:lnTo>
                    <a:pt x="425" y="202"/>
                  </a:lnTo>
                  <a:lnTo>
                    <a:pt x="416" y="224"/>
                  </a:lnTo>
                  <a:lnTo>
                    <a:pt x="405" y="241"/>
                  </a:lnTo>
                  <a:lnTo>
                    <a:pt x="392" y="255"/>
                  </a:lnTo>
                  <a:lnTo>
                    <a:pt x="377" y="267"/>
                  </a:lnTo>
                  <a:lnTo>
                    <a:pt x="360" y="277"/>
                  </a:lnTo>
                  <a:lnTo>
                    <a:pt x="342" y="284"/>
                  </a:lnTo>
                  <a:lnTo>
                    <a:pt x="323" y="290"/>
                  </a:lnTo>
                  <a:lnTo>
                    <a:pt x="304" y="294"/>
                  </a:lnTo>
                  <a:lnTo>
                    <a:pt x="285" y="296"/>
                  </a:lnTo>
                  <a:lnTo>
                    <a:pt x="266" y="298"/>
                  </a:lnTo>
                  <a:lnTo>
                    <a:pt x="248" y="299"/>
                  </a:lnTo>
                  <a:lnTo>
                    <a:pt x="231" y="299"/>
                  </a:lnTo>
                  <a:lnTo>
                    <a:pt x="216" y="299"/>
                  </a:lnTo>
                  <a:lnTo>
                    <a:pt x="201" y="299"/>
                  </a:lnTo>
                  <a:lnTo>
                    <a:pt x="185" y="299"/>
                  </a:lnTo>
                  <a:lnTo>
                    <a:pt x="167" y="298"/>
                  </a:lnTo>
                  <a:lnTo>
                    <a:pt x="148" y="296"/>
                  </a:lnTo>
                  <a:lnTo>
                    <a:pt x="129" y="294"/>
                  </a:lnTo>
                  <a:lnTo>
                    <a:pt x="110" y="290"/>
                  </a:lnTo>
                  <a:lnTo>
                    <a:pt x="91" y="284"/>
                  </a:lnTo>
                  <a:lnTo>
                    <a:pt x="73" y="277"/>
                  </a:lnTo>
                  <a:lnTo>
                    <a:pt x="57" y="267"/>
                  </a:lnTo>
                  <a:lnTo>
                    <a:pt x="41" y="255"/>
                  </a:lnTo>
                  <a:lnTo>
                    <a:pt x="27" y="240"/>
                  </a:lnTo>
                  <a:lnTo>
                    <a:pt x="16" y="223"/>
                  </a:lnTo>
                  <a:lnTo>
                    <a:pt x="7" y="202"/>
                  </a:lnTo>
                  <a:lnTo>
                    <a:pt x="2" y="178"/>
                  </a:lnTo>
                  <a:lnTo>
                    <a:pt x="0" y="150"/>
                  </a:lnTo>
                  <a:lnTo>
                    <a:pt x="2" y="122"/>
                  </a:lnTo>
                  <a:lnTo>
                    <a:pt x="7" y="98"/>
                  </a:lnTo>
                  <a:lnTo>
                    <a:pt x="16" y="77"/>
                  </a:lnTo>
                  <a:lnTo>
                    <a:pt x="27" y="59"/>
                  </a:lnTo>
                  <a:lnTo>
                    <a:pt x="41" y="45"/>
                  </a:lnTo>
                  <a:lnTo>
                    <a:pt x="57" y="33"/>
                  </a:lnTo>
                  <a:lnTo>
                    <a:pt x="73" y="23"/>
                  </a:lnTo>
                  <a:lnTo>
                    <a:pt x="91" y="16"/>
                  </a:lnTo>
                  <a:lnTo>
                    <a:pt x="110" y="10"/>
                  </a:lnTo>
                  <a:lnTo>
                    <a:pt x="129" y="6"/>
                  </a:lnTo>
                  <a:lnTo>
                    <a:pt x="148" y="3"/>
                  </a:lnTo>
                  <a:lnTo>
                    <a:pt x="167" y="1"/>
                  </a:lnTo>
                  <a:lnTo>
                    <a:pt x="185" y="0"/>
                  </a:lnTo>
                  <a:lnTo>
                    <a:pt x="201" y="0"/>
                  </a:lnTo>
                  <a:lnTo>
                    <a:pt x="21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84" name="Freeform 24">
              <a:extLst>
                <a:ext uri="{FF2B5EF4-FFF2-40B4-BE49-F238E27FC236}">
                  <a16:creationId xmlns:a16="http://schemas.microsoft.com/office/drawing/2014/main" id="{03BE23C6-51A1-4C42-9B86-75A7779C7E7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97" y="4335"/>
              <a:ext cx="217" cy="124"/>
            </a:xfrm>
            <a:custGeom>
              <a:avLst/>
              <a:gdLst>
                <a:gd name="T0" fmla="*/ 1796 w 2393"/>
                <a:gd name="T1" fmla="*/ 704 h 1360"/>
                <a:gd name="T2" fmla="*/ 1761 w 2393"/>
                <a:gd name="T3" fmla="*/ 720 h 1360"/>
                <a:gd name="T4" fmla="*/ 1590 w 2393"/>
                <a:gd name="T5" fmla="*/ 904 h 1360"/>
                <a:gd name="T6" fmla="*/ 1882 w 2393"/>
                <a:gd name="T7" fmla="*/ 733 h 1360"/>
                <a:gd name="T8" fmla="*/ 1851 w 2393"/>
                <a:gd name="T9" fmla="*/ 709 h 1360"/>
                <a:gd name="T10" fmla="*/ 1814 w 2393"/>
                <a:gd name="T11" fmla="*/ 702 h 1360"/>
                <a:gd name="T12" fmla="*/ 1831 w 2393"/>
                <a:gd name="T13" fmla="*/ 20 h 1360"/>
                <a:gd name="T14" fmla="*/ 1950 w 2393"/>
                <a:gd name="T15" fmla="*/ 61 h 1360"/>
                <a:gd name="T16" fmla="*/ 2057 w 2393"/>
                <a:gd name="T17" fmla="*/ 121 h 1360"/>
                <a:gd name="T18" fmla="*/ 2154 w 2393"/>
                <a:gd name="T19" fmla="*/ 196 h 1360"/>
                <a:gd name="T20" fmla="*/ 2235 w 2393"/>
                <a:gd name="T21" fmla="*/ 286 h 1360"/>
                <a:gd name="T22" fmla="*/ 2301 w 2393"/>
                <a:gd name="T23" fmla="*/ 388 h 1360"/>
                <a:gd name="T24" fmla="*/ 2352 w 2393"/>
                <a:gd name="T25" fmla="*/ 501 h 1360"/>
                <a:gd name="T26" fmla="*/ 2382 w 2393"/>
                <a:gd name="T27" fmla="*/ 622 h 1360"/>
                <a:gd name="T28" fmla="*/ 2393 w 2393"/>
                <a:gd name="T29" fmla="*/ 748 h 1360"/>
                <a:gd name="T30" fmla="*/ 2390 w 2393"/>
                <a:gd name="T31" fmla="*/ 1230 h 1360"/>
                <a:gd name="T32" fmla="*/ 2370 w 2393"/>
                <a:gd name="T33" fmla="*/ 1282 h 1360"/>
                <a:gd name="T34" fmla="*/ 2335 w 2393"/>
                <a:gd name="T35" fmla="*/ 1324 h 1360"/>
                <a:gd name="T36" fmla="*/ 2286 w 2393"/>
                <a:gd name="T37" fmla="*/ 1351 h 1360"/>
                <a:gd name="T38" fmla="*/ 2230 w 2393"/>
                <a:gd name="T39" fmla="*/ 1360 h 1360"/>
                <a:gd name="T40" fmla="*/ 129 w 2393"/>
                <a:gd name="T41" fmla="*/ 1358 h 1360"/>
                <a:gd name="T42" fmla="*/ 77 w 2393"/>
                <a:gd name="T43" fmla="*/ 1339 h 1360"/>
                <a:gd name="T44" fmla="*/ 36 w 2393"/>
                <a:gd name="T45" fmla="*/ 1304 h 1360"/>
                <a:gd name="T46" fmla="*/ 10 w 2393"/>
                <a:gd name="T47" fmla="*/ 1256 h 1360"/>
                <a:gd name="T48" fmla="*/ 0 w 2393"/>
                <a:gd name="T49" fmla="*/ 1200 h 1360"/>
                <a:gd name="T50" fmla="*/ 3 w 2393"/>
                <a:gd name="T51" fmla="*/ 684 h 1360"/>
                <a:gd name="T52" fmla="*/ 23 w 2393"/>
                <a:gd name="T53" fmla="*/ 561 h 1360"/>
                <a:gd name="T54" fmla="*/ 63 w 2393"/>
                <a:gd name="T55" fmla="*/ 443 h 1360"/>
                <a:gd name="T56" fmla="*/ 122 w 2393"/>
                <a:gd name="T57" fmla="*/ 336 h 1360"/>
                <a:gd name="T58" fmla="*/ 195 w 2393"/>
                <a:gd name="T59" fmla="*/ 240 h 1360"/>
                <a:gd name="T60" fmla="*/ 283 w 2393"/>
                <a:gd name="T61" fmla="*/ 157 h 1360"/>
                <a:gd name="T62" fmla="*/ 385 w 2393"/>
                <a:gd name="T63" fmla="*/ 89 h 1360"/>
                <a:gd name="T64" fmla="*/ 498 w 2393"/>
                <a:gd name="T65" fmla="*/ 38 h 1360"/>
                <a:gd name="T66" fmla="*/ 640 w 2393"/>
                <a:gd name="T67" fmla="*/ 0 h 1360"/>
                <a:gd name="T68" fmla="*/ 1748 w 2393"/>
                <a:gd name="T69" fmla="*/ 0 h 1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393" h="1360">
                  <a:moveTo>
                    <a:pt x="1814" y="702"/>
                  </a:moveTo>
                  <a:lnTo>
                    <a:pt x="1796" y="704"/>
                  </a:lnTo>
                  <a:lnTo>
                    <a:pt x="1778" y="709"/>
                  </a:lnTo>
                  <a:lnTo>
                    <a:pt x="1761" y="720"/>
                  </a:lnTo>
                  <a:lnTo>
                    <a:pt x="1746" y="733"/>
                  </a:lnTo>
                  <a:lnTo>
                    <a:pt x="1590" y="904"/>
                  </a:lnTo>
                  <a:lnTo>
                    <a:pt x="2038" y="904"/>
                  </a:lnTo>
                  <a:lnTo>
                    <a:pt x="1882" y="733"/>
                  </a:lnTo>
                  <a:lnTo>
                    <a:pt x="1867" y="719"/>
                  </a:lnTo>
                  <a:lnTo>
                    <a:pt x="1851" y="709"/>
                  </a:lnTo>
                  <a:lnTo>
                    <a:pt x="1833" y="703"/>
                  </a:lnTo>
                  <a:lnTo>
                    <a:pt x="1814" y="702"/>
                  </a:lnTo>
                  <a:close/>
                  <a:moveTo>
                    <a:pt x="1748" y="0"/>
                  </a:moveTo>
                  <a:lnTo>
                    <a:pt x="1831" y="20"/>
                  </a:lnTo>
                  <a:lnTo>
                    <a:pt x="1892" y="38"/>
                  </a:lnTo>
                  <a:lnTo>
                    <a:pt x="1950" y="61"/>
                  </a:lnTo>
                  <a:lnTo>
                    <a:pt x="2005" y="88"/>
                  </a:lnTo>
                  <a:lnTo>
                    <a:pt x="2057" y="121"/>
                  </a:lnTo>
                  <a:lnTo>
                    <a:pt x="2107" y="157"/>
                  </a:lnTo>
                  <a:lnTo>
                    <a:pt x="2154" y="196"/>
                  </a:lnTo>
                  <a:lnTo>
                    <a:pt x="2196" y="239"/>
                  </a:lnTo>
                  <a:lnTo>
                    <a:pt x="2235" y="286"/>
                  </a:lnTo>
                  <a:lnTo>
                    <a:pt x="2270" y="336"/>
                  </a:lnTo>
                  <a:lnTo>
                    <a:pt x="2301" y="388"/>
                  </a:lnTo>
                  <a:lnTo>
                    <a:pt x="2328" y="443"/>
                  </a:lnTo>
                  <a:lnTo>
                    <a:pt x="2352" y="501"/>
                  </a:lnTo>
                  <a:lnTo>
                    <a:pt x="2369" y="561"/>
                  </a:lnTo>
                  <a:lnTo>
                    <a:pt x="2382" y="622"/>
                  </a:lnTo>
                  <a:lnTo>
                    <a:pt x="2390" y="684"/>
                  </a:lnTo>
                  <a:lnTo>
                    <a:pt x="2393" y="748"/>
                  </a:lnTo>
                  <a:lnTo>
                    <a:pt x="2393" y="1200"/>
                  </a:lnTo>
                  <a:lnTo>
                    <a:pt x="2390" y="1230"/>
                  </a:lnTo>
                  <a:lnTo>
                    <a:pt x="2383" y="1256"/>
                  </a:lnTo>
                  <a:lnTo>
                    <a:pt x="2370" y="1282"/>
                  </a:lnTo>
                  <a:lnTo>
                    <a:pt x="2354" y="1304"/>
                  </a:lnTo>
                  <a:lnTo>
                    <a:pt x="2335" y="1324"/>
                  </a:lnTo>
                  <a:lnTo>
                    <a:pt x="2311" y="1339"/>
                  </a:lnTo>
                  <a:lnTo>
                    <a:pt x="2286" y="1351"/>
                  </a:lnTo>
                  <a:lnTo>
                    <a:pt x="2259" y="1358"/>
                  </a:lnTo>
                  <a:lnTo>
                    <a:pt x="2230" y="1360"/>
                  </a:lnTo>
                  <a:lnTo>
                    <a:pt x="157" y="1360"/>
                  </a:lnTo>
                  <a:lnTo>
                    <a:pt x="129" y="1358"/>
                  </a:lnTo>
                  <a:lnTo>
                    <a:pt x="101" y="1351"/>
                  </a:lnTo>
                  <a:lnTo>
                    <a:pt x="77" y="1339"/>
                  </a:lnTo>
                  <a:lnTo>
                    <a:pt x="55" y="1324"/>
                  </a:lnTo>
                  <a:lnTo>
                    <a:pt x="36" y="1304"/>
                  </a:lnTo>
                  <a:lnTo>
                    <a:pt x="21" y="1282"/>
                  </a:lnTo>
                  <a:lnTo>
                    <a:pt x="10" y="1256"/>
                  </a:lnTo>
                  <a:lnTo>
                    <a:pt x="3" y="1230"/>
                  </a:lnTo>
                  <a:lnTo>
                    <a:pt x="0" y="1200"/>
                  </a:lnTo>
                  <a:lnTo>
                    <a:pt x="0" y="748"/>
                  </a:lnTo>
                  <a:lnTo>
                    <a:pt x="3" y="684"/>
                  </a:lnTo>
                  <a:lnTo>
                    <a:pt x="11" y="622"/>
                  </a:lnTo>
                  <a:lnTo>
                    <a:pt x="23" y="561"/>
                  </a:lnTo>
                  <a:lnTo>
                    <a:pt x="41" y="501"/>
                  </a:lnTo>
                  <a:lnTo>
                    <a:pt x="63" y="443"/>
                  </a:lnTo>
                  <a:lnTo>
                    <a:pt x="90" y="389"/>
                  </a:lnTo>
                  <a:lnTo>
                    <a:pt x="122" y="336"/>
                  </a:lnTo>
                  <a:lnTo>
                    <a:pt x="156" y="286"/>
                  </a:lnTo>
                  <a:lnTo>
                    <a:pt x="195" y="240"/>
                  </a:lnTo>
                  <a:lnTo>
                    <a:pt x="237" y="196"/>
                  </a:lnTo>
                  <a:lnTo>
                    <a:pt x="283" y="157"/>
                  </a:lnTo>
                  <a:lnTo>
                    <a:pt x="332" y="121"/>
                  </a:lnTo>
                  <a:lnTo>
                    <a:pt x="385" y="89"/>
                  </a:lnTo>
                  <a:lnTo>
                    <a:pt x="440" y="62"/>
                  </a:lnTo>
                  <a:lnTo>
                    <a:pt x="498" y="38"/>
                  </a:lnTo>
                  <a:lnTo>
                    <a:pt x="559" y="20"/>
                  </a:lnTo>
                  <a:lnTo>
                    <a:pt x="640" y="0"/>
                  </a:lnTo>
                  <a:lnTo>
                    <a:pt x="1193" y="1280"/>
                  </a:lnTo>
                  <a:lnTo>
                    <a:pt x="174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85" name="Freeform 25">
              <a:extLst>
                <a:ext uri="{FF2B5EF4-FFF2-40B4-BE49-F238E27FC236}">
                  <a16:creationId xmlns:a16="http://schemas.microsoft.com/office/drawing/2014/main" id="{83AB8A6F-D6A9-4B6A-83EC-CC7A7477E3F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9" y="4347"/>
              <a:ext cx="34" cy="83"/>
            </a:xfrm>
            <a:custGeom>
              <a:avLst/>
              <a:gdLst>
                <a:gd name="T0" fmla="*/ 135 w 373"/>
                <a:gd name="T1" fmla="*/ 0 h 915"/>
                <a:gd name="T2" fmla="*/ 237 w 373"/>
                <a:gd name="T3" fmla="*/ 0 h 915"/>
                <a:gd name="T4" fmla="*/ 258 w 373"/>
                <a:gd name="T5" fmla="*/ 2 h 915"/>
                <a:gd name="T6" fmla="*/ 278 w 373"/>
                <a:gd name="T7" fmla="*/ 9 h 915"/>
                <a:gd name="T8" fmla="*/ 295 w 373"/>
                <a:gd name="T9" fmla="*/ 21 h 915"/>
                <a:gd name="T10" fmla="*/ 310 w 373"/>
                <a:gd name="T11" fmla="*/ 36 h 915"/>
                <a:gd name="T12" fmla="*/ 321 w 373"/>
                <a:gd name="T13" fmla="*/ 53 h 915"/>
                <a:gd name="T14" fmla="*/ 328 w 373"/>
                <a:gd name="T15" fmla="*/ 74 h 915"/>
                <a:gd name="T16" fmla="*/ 366 w 373"/>
                <a:gd name="T17" fmla="*/ 234 h 915"/>
                <a:gd name="T18" fmla="*/ 368 w 373"/>
                <a:gd name="T19" fmla="*/ 257 h 915"/>
                <a:gd name="T20" fmla="*/ 365 w 373"/>
                <a:gd name="T21" fmla="*/ 281 h 915"/>
                <a:gd name="T22" fmla="*/ 357 w 373"/>
                <a:gd name="T23" fmla="*/ 301 h 915"/>
                <a:gd name="T24" fmla="*/ 345 w 373"/>
                <a:gd name="T25" fmla="*/ 319 h 915"/>
                <a:gd name="T26" fmla="*/ 329 w 373"/>
                <a:gd name="T27" fmla="*/ 334 h 915"/>
                <a:gd name="T28" fmla="*/ 309 w 373"/>
                <a:gd name="T29" fmla="*/ 345 h 915"/>
                <a:gd name="T30" fmla="*/ 287 w 373"/>
                <a:gd name="T31" fmla="*/ 351 h 915"/>
                <a:gd name="T32" fmla="*/ 373 w 373"/>
                <a:gd name="T33" fmla="*/ 438 h 915"/>
                <a:gd name="T34" fmla="*/ 187 w 373"/>
                <a:gd name="T35" fmla="*/ 915 h 915"/>
                <a:gd name="T36" fmla="*/ 0 w 373"/>
                <a:gd name="T37" fmla="*/ 438 h 915"/>
                <a:gd name="T38" fmla="*/ 85 w 373"/>
                <a:gd name="T39" fmla="*/ 351 h 915"/>
                <a:gd name="T40" fmla="*/ 63 w 373"/>
                <a:gd name="T41" fmla="*/ 345 h 915"/>
                <a:gd name="T42" fmla="*/ 44 w 373"/>
                <a:gd name="T43" fmla="*/ 334 h 915"/>
                <a:gd name="T44" fmla="*/ 27 w 373"/>
                <a:gd name="T45" fmla="*/ 319 h 915"/>
                <a:gd name="T46" fmla="*/ 15 w 373"/>
                <a:gd name="T47" fmla="*/ 301 h 915"/>
                <a:gd name="T48" fmla="*/ 7 w 373"/>
                <a:gd name="T49" fmla="*/ 281 h 915"/>
                <a:gd name="T50" fmla="*/ 4 w 373"/>
                <a:gd name="T51" fmla="*/ 257 h 915"/>
                <a:gd name="T52" fmla="*/ 6 w 373"/>
                <a:gd name="T53" fmla="*/ 234 h 915"/>
                <a:gd name="T54" fmla="*/ 44 w 373"/>
                <a:gd name="T55" fmla="*/ 74 h 915"/>
                <a:gd name="T56" fmla="*/ 52 w 373"/>
                <a:gd name="T57" fmla="*/ 53 h 915"/>
                <a:gd name="T58" fmla="*/ 63 w 373"/>
                <a:gd name="T59" fmla="*/ 36 h 915"/>
                <a:gd name="T60" fmla="*/ 77 w 373"/>
                <a:gd name="T61" fmla="*/ 21 h 915"/>
                <a:gd name="T62" fmla="*/ 95 w 373"/>
                <a:gd name="T63" fmla="*/ 9 h 915"/>
                <a:gd name="T64" fmla="*/ 114 w 373"/>
                <a:gd name="T65" fmla="*/ 2 h 915"/>
                <a:gd name="T66" fmla="*/ 135 w 373"/>
                <a:gd name="T67" fmla="*/ 0 h 9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73" h="915">
                  <a:moveTo>
                    <a:pt x="135" y="0"/>
                  </a:moveTo>
                  <a:lnTo>
                    <a:pt x="237" y="0"/>
                  </a:lnTo>
                  <a:lnTo>
                    <a:pt x="258" y="2"/>
                  </a:lnTo>
                  <a:lnTo>
                    <a:pt x="278" y="9"/>
                  </a:lnTo>
                  <a:lnTo>
                    <a:pt x="295" y="21"/>
                  </a:lnTo>
                  <a:lnTo>
                    <a:pt x="310" y="36"/>
                  </a:lnTo>
                  <a:lnTo>
                    <a:pt x="321" y="53"/>
                  </a:lnTo>
                  <a:lnTo>
                    <a:pt x="328" y="74"/>
                  </a:lnTo>
                  <a:lnTo>
                    <a:pt x="366" y="234"/>
                  </a:lnTo>
                  <a:lnTo>
                    <a:pt x="368" y="257"/>
                  </a:lnTo>
                  <a:lnTo>
                    <a:pt x="365" y="281"/>
                  </a:lnTo>
                  <a:lnTo>
                    <a:pt x="357" y="301"/>
                  </a:lnTo>
                  <a:lnTo>
                    <a:pt x="345" y="319"/>
                  </a:lnTo>
                  <a:lnTo>
                    <a:pt x="329" y="334"/>
                  </a:lnTo>
                  <a:lnTo>
                    <a:pt x="309" y="345"/>
                  </a:lnTo>
                  <a:lnTo>
                    <a:pt x="287" y="351"/>
                  </a:lnTo>
                  <a:lnTo>
                    <a:pt x="373" y="438"/>
                  </a:lnTo>
                  <a:lnTo>
                    <a:pt x="187" y="915"/>
                  </a:lnTo>
                  <a:lnTo>
                    <a:pt x="0" y="438"/>
                  </a:lnTo>
                  <a:lnTo>
                    <a:pt x="85" y="351"/>
                  </a:lnTo>
                  <a:lnTo>
                    <a:pt x="63" y="345"/>
                  </a:lnTo>
                  <a:lnTo>
                    <a:pt x="44" y="334"/>
                  </a:lnTo>
                  <a:lnTo>
                    <a:pt x="27" y="319"/>
                  </a:lnTo>
                  <a:lnTo>
                    <a:pt x="15" y="301"/>
                  </a:lnTo>
                  <a:lnTo>
                    <a:pt x="7" y="281"/>
                  </a:lnTo>
                  <a:lnTo>
                    <a:pt x="4" y="257"/>
                  </a:lnTo>
                  <a:lnTo>
                    <a:pt x="6" y="234"/>
                  </a:lnTo>
                  <a:lnTo>
                    <a:pt x="44" y="74"/>
                  </a:lnTo>
                  <a:lnTo>
                    <a:pt x="52" y="53"/>
                  </a:lnTo>
                  <a:lnTo>
                    <a:pt x="63" y="36"/>
                  </a:lnTo>
                  <a:lnTo>
                    <a:pt x="77" y="21"/>
                  </a:lnTo>
                  <a:lnTo>
                    <a:pt x="95" y="9"/>
                  </a:lnTo>
                  <a:lnTo>
                    <a:pt x="114" y="2"/>
                  </a:lnTo>
                  <a:lnTo>
                    <a:pt x="13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94B9030F-F4B1-4B30-8151-13771C6C95B7}"/>
              </a:ext>
            </a:extLst>
          </p:cNvPr>
          <p:cNvSpPr/>
          <p:nvPr/>
        </p:nvSpPr>
        <p:spPr>
          <a:xfrm>
            <a:off x="1574097" y="4679388"/>
            <a:ext cx="3276967" cy="9799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칵테일 바</a:t>
            </a:r>
            <a:r>
              <a:rPr lang="en-US" altLang="ko-KR" sz="16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/</a:t>
            </a:r>
            <a:r>
              <a:rPr lang="ko-KR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식당 정보</a:t>
            </a:r>
            <a:endParaRPr lang="en-US" altLang="ko-KR" sz="1600" b="1" dirty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prstClr val="black">
                    <a:lumMod val="65000"/>
                    <a:lumOff val="35000"/>
                  </a:prstClr>
                </a:solidFill>
              </a:rPr>
              <a:t>맛집 검색 </a:t>
            </a:r>
            <a:r>
              <a:rPr lang="en-US" altLang="ko-KR" sz="1200" dirty="0">
                <a:solidFill>
                  <a:prstClr val="black">
                    <a:lumMod val="65000"/>
                    <a:lumOff val="35000"/>
                  </a:prstClr>
                </a:solidFill>
              </a:rPr>
              <a:t>, </a:t>
            </a:r>
            <a:r>
              <a:rPr lang="ko-KR" altLang="en-US" sz="1200" dirty="0">
                <a:solidFill>
                  <a:prstClr val="black">
                    <a:lumMod val="65000"/>
                    <a:lumOff val="35000"/>
                  </a:prstClr>
                </a:solidFill>
              </a:rPr>
              <a:t>칵테일 종류 </a:t>
            </a:r>
            <a:r>
              <a:rPr lang="en-US" altLang="ko-KR" sz="1200" dirty="0">
                <a:solidFill>
                  <a:prstClr val="black">
                    <a:lumMod val="65000"/>
                    <a:lumOff val="35000"/>
                  </a:prstClr>
                </a:solidFill>
              </a:rPr>
              <a:t>, </a:t>
            </a:r>
            <a:r>
              <a:rPr lang="ko-KR" altLang="en-US" sz="1200" dirty="0">
                <a:solidFill>
                  <a:prstClr val="black">
                    <a:lumMod val="65000"/>
                    <a:lumOff val="35000"/>
                  </a:prstClr>
                </a:solidFill>
              </a:rPr>
              <a:t>마이페이지</a:t>
            </a:r>
            <a:endParaRPr lang="en-US" altLang="ko-KR" sz="1200" dirty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prstClr val="black">
                    <a:lumMod val="65000"/>
                    <a:lumOff val="35000"/>
                  </a:prstClr>
                </a:solidFill>
              </a:rPr>
              <a:t>설정 메뉴 전환 기능 제공</a:t>
            </a:r>
            <a:endParaRPr lang="ko-KR" altLang="en-US" sz="900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8E230F4F-E51D-4941-BD9A-9798685AED1B}"/>
              </a:ext>
            </a:extLst>
          </p:cNvPr>
          <p:cNvSpPr/>
          <p:nvPr/>
        </p:nvSpPr>
        <p:spPr>
          <a:xfrm>
            <a:off x="819314" y="5053631"/>
            <a:ext cx="42191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</a:rPr>
              <a:t>02</a:t>
            </a:r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486BFFF-CCDE-4173-A6F7-2F6126E928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710147"/>
            <a:ext cx="4048125" cy="500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4303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자유형 48"/>
          <p:cNvSpPr/>
          <p:nvPr/>
        </p:nvSpPr>
        <p:spPr>
          <a:xfrm>
            <a:off x="2" y="0"/>
            <a:ext cx="12191999" cy="965200"/>
          </a:xfrm>
          <a:custGeom>
            <a:avLst/>
            <a:gdLst>
              <a:gd name="connsiteX0" fmla="*/ 0 w 12191999"/>
              <a:gd name="connsiteY0" fmla="*/ 0 h 965200"/>
              <a:gd name="connsiteX1" fmla="*/ 12191999 w 12191999"/>
              <a:gd name="connsiteY1" fmla="*/ 0 h 965200"/>
              <a:gd name="connsiteX2" fmla="*/ 12191999 w 12191999"/>
              <a:gd name="connsiteY2" fmla="*/ 621393 h 965200"/>
              <a:gd name="connsiteX3" fmla="*/ 11155972 w 12191999"/>
              <a:gd name="connsiteY3" fmla="*/ 621393 h 965200"/>
              <a:gd name="connsiteX4" fmla="*/ 11009922 w 12191999"/>
              <a:gd name="connsiteY4" fmla="*/ 767443 h 965200"/>
              <a:gd name="connsiteX5" fmla="*/ 11015966 w 12191999"/>
              <a:gd name="connsiteY5" fmla="*/ 797379 h 965200"/>
              <a:gd name="connsiteX6" fmla="*/ 9981222 w 12191999"/>
              <a:gd name="connsiteY6" fmla="*/ 797379 h 965200"/>
              <a:gd name="connsiteX7" fmla="*/ 9835172 w 12191999"/>
              <a:gd name="connsiteY7" fmla="*/ 943429 h 965200"/>
              <a:gd name="connsiteX8" fmla="*/ 9839567 w 12191999"/>
              <a:gd name="connsiteY8" fmla="*/ 965200 h 965200"/>
              <a:gd name="connsiteX9" fmla="*/ 8241580 w 12191999"/>
              <a:gd name="connsiteY9" fmla="*/ 965200 h 965200"/>
              <a:gd name="connsiteX10" fmla="*/ 8219038 w 12191999"/>
              <a:gd name="connsiteY10" fmla="*/ 931765 h 965200"/>
              <a:gd name="connsiteX11" fmla="*/ 8123462 w 12191999"/>
              <a:gd name="connsiteY11" fmla="*/ 892177 h 965200"/>
              <a:gd name="connsiteX12" fmla="*/ 5353956 w 12191999"/>
              <a:gd name="connsiteY12" fmla="*/ 892177 h 965200"/>
              <a:gd name="connsiteX13" fmla="*/ 5258380 w 12191999"/>
              <a:gd name="connsiteY13" fmla="*/ 931765 h 965200"/>
              <a:gd name="connsiteX14" fmla="*/ 5235837 w 12191999"/>
              <a:gd name="connsiteY14" fmla="*/ 965200 h 965200"/>
              <a:gd name="connsiteX15" fmla="*/ 689794 w 12191999"/>
              <a:gd name="connsiteY15" fmla="*/ 965200 h 965200"/>
              <a:gd name="connsiteX16" fmla="*/ 694190 w 12191999"/>
              <a:gd name="connsiteY16" fmla="*/ 943429 h 965200"/>
              <a:gd name="connsiteX17" fmla="*/ 548140 w 12191999"/>
              <a:gd name="connsiteY17" fmla="*/ 797379 h 965200"/>
              <a:gd name="connsiteX18" fmla="*/ 393968 w 12191999"/>
              <a:gd name="connsiteY18" fmla="*/ 797379 h 965200"/>
              <a:gd name="connsiteX19" fmla="*/ 394151 w 12191999"/>
              <a:gd name="connsiteY19" fmla="*/ 796472 h 965200"/>
              <a:gd name="connsiteX20" fmla="*/ 248101 w 12191999"/>
              <a:gd name="connsiteY20" fmla="*/ 650422 h 965200"/>
              <a:gd name="connsiteX21" fmla="*/ 0 w 12191999"/>
              <a:gd name="connsiteY21" fmla="*/ 650422 h 96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2191999" h="965200">
                <a:moveTo>
                  <a:pt x="0" y="0"/>
                </a:moveTo>
                <a:lnTo>
                  <a:pt x="12191999" y="0"/>
                </a:lnTo>
                <a:lnTo>
                  <a:pt x="12191999" y="621393"/>
                </a:lnTo>
                <a:lnTo>
                  <a:pt x="11155972" y="621393"/>
                </a:lnTo>
                <a:cubicBezTo>
                  <a:pt x="11075311" y="621393"/>
                  <a:pt x="11009922" y="686782"/>
                  <a:pt x="11009922" y="767443"/>
                </a:cubicBezTo>
                <a:lnTo>
                  <a:pt x="11015966" y="797379"/>
                </a:lnTo>
                <a:lnTo>
                  <a:pt x="9981222" y="797379"/>
                </a:lnTo>
                <a:cubicBezTo>
                  <a:pt x="9900561" y="797379"/>
                  <a:pt x="9835172" y="862768"/>
                  <a:pt x="9835172" y="943429"/>
                </a:cubicBezTo>
                <a:lnTo>
                  <a:pt x="9839567" y="965200"/>
                </a:lnTo>
                <a:lnTo>
                  <a:pt x="8241580" y="965200"/>
                </a:lnTo>
                <a:lnTo>
                  <a:pt x="8219038" y="931765"/>
                </a:lnTo>
                <a:cubicBezTo>
                  <a:pt x="8194578" y="907305"/>
                  <a:pt x="8160787" y="892177"/>
                  <a:pt x="8123462" y="892177"/>
                </a:cubicBezTo>
                <a:lnTo>
                  <a:pt x="5353956" y="892177"/>
                </a:lnTo>
                <a:cubicBezTo>
                  <a:pt x="5316631" y="892177"/>
                  <a:pt x="5282840" y="907305"/>
                  <a:pt x="5258380" y="931765"/>
                </a:cubicBezTo>
                <a:lnTo>
                  <a:pt x="5235837" y="965200"/>
                </a:lnTo>
                <a:lnTo>
                  <a:pt x="689794" y="965200"/>
                </a:lnTo>
                <a:lnTo>
                  <a:pt x="694190" y="943429"/>
                </a:lnTo>
                <a:cubicBezTo>
                  <a:pt x="694190" y="862768"/>
                  <a:pt x="628801" y="797379"/>
                  <a:pt x="548140" y="797379"/>
                </a:cubicBezTo>
                <a:lnTo>
                  <a:pt x="393968" y="797379"/>
                </a:lnTo>
                <a:lnTo>
                  <a:pt x="394151" y="796472"/>
                </a:lnTo>
                <a:cubicBezTo>
                  <a:pt x="394151" y="715811"/>
                  <a:pt x="328762" y="650422"/>
                  <a:pt x="248101" y="650422"/>
                </a:cubicBezTo>
                <a:lnTo>
                  <a:pt x="0" y="650422"/>
                </a:lnTo>
                <a:close/>
              </a:path>
            </a:pathLst>
          </a:custGeom>
          <a:solidFill>
            <a:srgbClr val="8CD3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2">
              <a:lnSpc>
                <a:spcPct val="150000"/>
              </a:lnSpc>
            </a:pPr>
            <a:r>
              <a:rPr lang="en-US" altLang="ko-KR" sz="1600" i="1" dirty="0">
                <a:solidFill>
                  <a:prstClr val="white"/>
                </a:solidFill>
              </a:rPr>
              <a:t>Cocktail </a:t>
            </a:r>
            <a:r>
              <a:rPr lang="en-US" altLang="ko-KR" sz="2000" b="1" i="1" dirty="0">
                <a:solidFill>
                  <a:prstClr val="white"/>
                </a:solidFill>
              </a:rPr>
              <a:t>APPLICATION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BE4AA6-A102-46A0-B5C4-0360C2C46A13}"/>
              </a:ext>
            </a:extLst>
          </p:cNvPr>
          <p:cNvSpPr txBox="1"/>
          <p:nvPr/>
        </p:nvSpPr>
        <p:spPr>
          <a:xfrm>
            <a:off x="1516108" y="990498"/>
            <a:ext cx="99554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App</a:t>
            </a:r>
            <a:r>
              <a:rPr lang="ko-KR" altLang="en-US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의 </a:t>
            </a:r>
            <a:r>
              <a:rPr lang="en-US" altLang="ko-KR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UI //</a:t>
            </a:r>
            <a:r>
              <a:rPr lang="ko-KR" altLang="en-US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맛집 리스트 화면</a:t>
            </a:r>
            <a:r>
              <a:rPr lang="en-US" altLang="ko-KR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, </a:t>
            </a:r>
            <a:r>
              <a:rPr lang="ko-KR" altLang="en-US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정보 화면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9F02B4B-49A7-4596-B961-C508521AE2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984" y="1768249"/>
            <a:ext cx="4057650" cy="491218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58F9C26-5422-4455-B021-E4CA0C28D7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8952" y="1768249"/>
            <a:ext cx="4086225" cy="4912182"/>
          </a:xfrm>
          <a:prstGeom prst="rect">
            <a:avLst/>
          </a:prstGeom>
        </p:spPr>
      </p:pic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A51ADE25-ADD7-45E7-A86B-953A6D4CB966}"/>
              </a:ext>
            </a:extLst>
          </p:cNvPr>
          <p:cNvSpPr/>
          <p:nvPr/>
        </p:nvSpPr>
        <p:spPr>
          <a:xfrm>
            <a:off x="3219718" y="2782669"/>
            <a:ext cx="4057650" cy="64633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CLICK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3194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자유형 48"/>
          <p:cNvSpPr/>
          <p:nvPr/>
        </p:nvSpPr>
        <p:spPr>
          <a:xfrm>
            <a:off x="2" y="0"/>
            <a:ext cx="12191999" cy="965200"/>
          </a:xfrm>
          <a:custGeom>
            <a:avLst/>
            <a:gdLst>
              <a:gd name="connsiteX0" fmla="*/ 0 w 12191999"/>
              <a:gd name="connsiteY0" fmla="*/ 0 h 965200"/>
              <a:gd name="connsiteX1" fmla="*/ 12191999 w 12191999"/>
              <a:gd name="connsiteY1" fmla="*/ 0 h 965200"/>
              <a:gd name="connsiteX2" fmla="*/ 12191999 w 12191999"/>
              <a:gd name="connsiteY2" fmla="*/ 621393 h 965200"/>
              <a:gd name="connsiteX3" fmla="*/ 11155972 w 12191999"/>
              <a:gd name="connsiteY3" fmla="*/ 621393 h 965200"/>
              <a:gd name="connsiteX4" fmla="*/ 11009922 w 12191999"/>
              <a:gd name="connsiteY4" fmla="*/ 767443 h 965200"/>
              <a:gd name="connsiteX5" fmla="*/ 11015966 w 12191999"/>
              <a:gd name="connsiteY5" fmla="*/ 797379 h 965200"/>
              <a:gd name="connsiteX6" fmla="*/ 9981222 w 12191999"/>
              <a:gd name="connsiteY6" fmla="*/ 797379 h 965200"/>
              <a:gd name="connsiteX7" fmla="*/ 9835172 w 12191999"/>
              <a:gd name="connsiteY7" fmla="*/ 943429 h 965200"/>
              <a:gd name="connsiteX8" fmla="*/ 9839567 w 12191999"/>
              <a:gd name="connsiteY8" fmla="*/ 965200 h 965200"/>
              <a:gd name="connsiteX9" fmla="*/ 8241580 w 12191999"/>
              <a:gd name="connsiteY9" fmla="*/ 965200 h 965200"/>
              <a:gd name="connsiteX10" fmla="*/ 8219038 w 12191999"/>
              <a:gd name="connsiteY10" fmla="*/ 931765 h 965200"/>
              <a:gd name="connsiteX11" fmla="*/ 8123462 w 12191999"/>
              <a:gd name="connsiteY11" fmla="*/ 892177 h 965200"/>
              <a:gd name="connsiteX12" fmla="*/ 5353956 w 12191999"/>
              <a:gd name="connsiteY12" fmla="*/ 892177 h 965200"/>
              <a:gd name="connsiteX13" fmla="*/ 5258380 w 12191999"/>
              <a:gd name="connsiteY13" fmla="*/ 931765 h 965200"/>
              <a:gd name="connsiteX14" fmla="*/ 5235837 w 12191999"/>
              <a:gd name="connsiteY14" fmla="*/ 965200 h 965200"/>
              <a:gd name="connsiteX15" fmla="*/ 689794 w 12191999"/>
              <a:gd name="connsiteY15" fmla="*/ 965200 h 965200"/>
              <a:gd name="connsiteX16" fmla="*/ 694190 w 12191999"/>
              <a:gd name="connsiteY16" fmla="*/ 943429 h 965200"/>
              <a:gd name="connsiteX17" fmla="*/ 548140 w 12191999"/>
              <a:gd name="connsiteY17" fmla="*/ 797379 h 965200"/>
              <a:gd name="connsiteX18" fmla="*/ 393968 w 12191999"/>
              <a:gd name="connsiteY18" fmla="*/ 797379 h 965200"/>
              <a:gd name="connsiteX19" fmla="*/ 394151 w 12191999"/>
              <a:gd name="connsiteY19" fmla="*/ 796472 h 965200"/>
              <a:gd name="connsiteX20" fmla="*/ 248101 w 12191999"/>
              <a:gd name="connsiteY20" fmla="*/ 650422 h 965200"/>
              <a:gd name="connsiteX21" fmla="*/ 0 w 12191999"/>
              <a:gd name="connsiteY21" fmla="*/ 650422 h 96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2191999" h="965200">
                <a:moveTo>
                  <a:pt x="0" y="0"/>
                </a:moveTo>
                <a:lnTo>
                  <a:pt x="12191999" y="0"/>
                </a:lnTo>
                <a:lnTo>
                  <a:pt x="12191999" y="621393"/>
                </a:lnTo>
                <a:lnTo>
                  <a:pt x="11155972" y="621393"/>
                </a:lnTo>
                <a:cubicBezTo>
                  <a:pt x="11075311" y="621393"/>
                  <a:pt x="11009922" y="686782"/>
                  <a:pt x="11009922" y="767443"/>
                </a:cubicBezTo>
                <a:lnTo>
                  <a:pt x="11015966" y="797379"/>
                </a:lnTo>
                <a:lnTo>
                  <a:pt x="9981222" y="797379"/>
                </a:lnTo>
                <a:cubicBezTo>
                  <a:pt x="9900561" y="797379"/>
                  <a:pt x="9835172" y="862768"/>
                  <a:pt x="9835172" y="943429"/>
                </a:cubicBezTo>
                <a:lnTo>
                  <a:pt x="9839567" y="965200"/>
                </a:lnTo>
                <a:lnTo>
                  <a:pt x="8241580" y="965200"/>
                </a:lnTo>
                <a:lnTo>
                  <a:pt x="8219038" y="931765"/>
                </a:lnTo>
                <a:cubicBezTo>
                  <a:pt x="8194578" y="907305"/>
                  <a:pt x="8160787" y="892177"/>
                  <a:pt x="8123462" y="892177"/>
                </a:cubicBezTo>
                <a:lnTo>
                  <a:pt x="5353956" y="892177"/>
                </a:lnTo>
                <a:cubicBezTo>
                  <a:pt x="5316631" y="892177"/>
                  <a:pt x="5282840" y="907305"/>
                  <a:pt x="5258380" y="931765"/>
                </a:cubicBezTo>
                <a:lnTo>
                  <a:pt x="5235837" y="965200"/>
                </a:lnTo>
                <a:lnTo>
                  <a:pt x="689794" y="965200"/>
                </a:lnTo>
                <a:lnTo>
                  <a:pt x="694190" y="943429"/>
                </a:lnTo>
                <a:cubicBezTo>
                  <a:pt x="694190" y="862768"/>
                  <a:pt x="628801" y="797379"/>
                  <a:pt x="548140" y="797379"/>
                </a:cubicBezTo>
                <a:lnTo>
                  <a:pt x="393968" y="797379"/>
                </a:lnTo>
                <a:lnTo>
                  <a:pt x="394151" y="796472"/>
                </a:lnTo>
                <a:cubicBezTo>
                  <a:pt x="394151" y="715811"/>
                  <a:pt x="328762" y="650422"/>
                  <a:pt x="248101" y="650422"/>
                </a:cubicBezTo>
                <a:lnTo>
                  <a:pt x="0" y="650422"/>
                </a:lnTo>
                <a:close/>
              </a:path>
            </a:pathLst>
          </a:custGeom>
          <a:solidFill>
            <a:srgbClr val="8CD3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2">
              <a:lnSpc>
                <a:spcPct val="150000"/>
              </a:lnSpc>
            </a:pPr>
            <a:r>
              <a:rPr lang="en-US" altLang="ko-KR" sz="1600" i="1" dirty="0">
                <a:solidFill>
                  <a:prstClr val="white"/>
                </a:solidFill>
              </a:rPr>
              <a:t>Cocktail </a:t>
            </a:r>
            <a:r>
              <a:rPr lang="en-US" altLang="ko-KR" sz="2000" b="1" i="1" dirty="0">
                <a:solidFill>
                  <a:prstClr val="white"/>
                </a:solidFill>
              </a:rPr>
              <a:t>APPLICATION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BE4AA6-A102-46A0-B5C4-0360C2C46A13}"/>
              </a:ext>
            </a:extLst>
          </p:cNvPr>
          <p:cNvSpPr txBox="1"/>
          <p:nvPr/>
        </p:nvSpPr>
        <p:spPr>
          <a:xfrm>
            <a:off x="1516108" y="990498"/>
            <a:ext cx="99554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App</a:t>
            </a:r>
            <a:r>
              <a:rPr lang="ko-KR" altLang="en-US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의 </a:t>
            </a:r>
            <a:r>
              <a:rPr lang="en-US" altLang="ko-KR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UI //</a:t>
            </a:r>
            <a:r>
              <a:rPr lang="ko-KR" altLang="en-US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칵테일 리스트 화면</a:t>
            </a:r>
            <a:r>
              <a:rPr lang="en-US" altLang="ko-KR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,</a:t>
            </a:r>
            <a:r>
              <a:rPr lang="ko-KR" altLang="en-US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 정보 화면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1149A0D-BC4C-476A-8A42-D2BC5FD3F1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174" y="1757812"/>
            <a:ext cx="4048125" cy="491218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C798AA6-6852-4E7F-A215-05AA673B52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4797" y="1779696"/>
            <a:ext cx="4067175" cy="4868413"/>
          </a:xfrm>
          <a:prstGeom prst="rect">
            <a:avLst/>
          </a:prstGeom>
        </p:spPr>
      </p:pic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6B9BA0FE-85F0-493D-AA23-5FB4ED9D1A68}"/>
              </a:ext>
            </a:extLst>
          </p:cNvPr>
          <p:cNvSpPr/>
          <p:nvPr/>
        </p:nvSpPr>
        <p:spPr>
          <a:xfrm>
            <a:off x="2322236" y="2743521"/>
            <a:ext cx="2442561" cy="64633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CLICK</a:t>
            </a:r>
            <a:endParaRPr lang="ko-KR" altLang="en-US" dirty="0"/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F80958E5-EABE-4FC6-AB7B-4F4FBE0945B8}"/>
              </a:ext>
            </a:extLst>
          </p:cNvPr>
          <p:cNvSpPr/>
          <p:nvPr/>
        </p:nvSpPr>
        <p:spPr>
          <a:xfrm>
            <a:off x="7924800" y="4415278"/>
            <a:ext cx="1593273" cy="457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click</a:t>
            </a:r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373F2880-9085-4C36-B62A-62DC3D1045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7896" y="3766626"/>
            <a:ext cx="1297304" cy="129730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2738A4A-2D58-4B52-AD14-E96B6EFA20AE}"/>
              </a:ext>
            </a:extLst>
          </p:cNvPr>
          <p:cNvSpPr txBox="1"/>
          <p:nvPr/>
        </p:nvSpPr>
        <p:spPr>
          <a:xfrm>
            <a:off x="9518073" y="4894942"/>
            <a:ext cx="2078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유튜브 영상 재생</a:t>
            </a:r>
          </a:p>
        </p:txBody>
      </p:sp>
      <p:sp>
        <p:nvSpPr>
          <p:cNvPr id="3" name="화살표: 오른쪽 2">
            <a:extLst>
              <a:ext uri="{FF2B5EF4-FFF2-40B4-BE49-F238E27FC236}">
                <a16:creationId xmlns:a16="http://schemas.microsoft.com/office/drawing/2014/main" id="{44EED6D0-4EFF-4E78-BFA1-56BB166423EA}"/>
              </a:ext>
            </a:extLst>
          </p:cNvPr>
          <p:cNvSpPr/>
          <p:nvPr/>
        </p:nvSpPr>
        <p:spPr>
          <a:xfrm rot="1900931">
            <a:off x="8345135" y="5530149"/>
            <a:ext cx="752602" cy="457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click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26F97D2-A0D9-4767-9B43-58518539A1E9}"/>
              </a:ext>
            </a:extLst>
          </p:cNvPr>
          <p:cNvSpPr/>
          <p:nvPr/>
        </p:nvSpPr>
        <p:spPr>
          <a:xfrm>
            <a:off x="9223899" y="5717219"/>
            <a:ext cx="1784412" cy="67537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맛집 정보 화면</a:t>
            </a:r>
          </a:p>
        </p:txBody>
      </p:sp>
    </p:spTree>
    <p:extLst>
      <p:ext uri="{BB962C8B-B14F-4D97-AF65-F5344CB8AC3E}">
        <p14:creationId xmlns:p14="http://schemas.microsoft.com/office/powerpoint/2010/main" val="8326111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자유형 48"/>
          <p:cNvSpPr/>
          <p:nvPr/>
        </p:nvSpPr>
        <p:spPr>
          <a:xfrm>
            <a:off x="2" y="0"/>
            <a:ext cx="12191999" cy="965200"/>
          </a:xfrm>
          <a:custGeom>
            <a:avLst/>
            <a:gdLst>
              <a:gd name="connsiteX0" fmla="*/ 0 w 12191999"/>
              <a:gd name="connsiteY0" fmla="*/ 0 h 965200"/>
              <a:gd name="connsiteX1" fmla="*/ 12191999 w 12191999"/>
              <a:gd name="connsiteY1" fmla="*/ 0 h 965200"/>
              <a:gd name="connsiteX2" fmla="*/ 12191999 w 12191999"/>
              <a:gd name="connsiteY2" fmla="*/ 621393 h 965200"/>
              <a:gd name="connsiteX3" fmla="*/ 11155972 w 12191999"/>
              <a:gd name="connsiteY3" fmla="*/ 621393 h 965200"/>
              <a:gd name="connsiteX4" fmla="*/ 11009922 w 12191999"/>
              <a:gd name="connsiteY4" fmla="*/ 767443 h 965200"/>
              <a:gd name="connsiteX5" fmla="*/ 11015966 w 12191999"/>
              <a:gd name="connsiteY5" fmla="*/ 797379 h 965200"/>
              <a:gd name="connsiteX6" fmla="*/ 9981222 w 12191999"/>
              <a:gd name="connsiteY6" fmla="*/ 797379 h 965200"/>
              <a:gd name="connsiteX7" fmla="*/ 9835172 w 12191999"/>
              <a:gd name="connsiteY7" fmla="*/ 943429 h 965200"/>
              <a:gd name="connsiteX8" fmla="*/ 9839567 w 12191999"/>
              <a:gd name="connsiteY8" fmla="*/ 965200 h 965200"/>
              <a:gd name="connsiteX9" fmla="*/ 8241580 w 12191999"/>
              <a:gd name="connsiteY9" fmla="*/ 965200 h 965200"/>
              <a:gd name="connsiteX10" fmla="*/ 8219038 w 12191999"/>
              <a:gd name="connsiteY10" fmla="*/ 931765 h 965200"/>
              <a:gd name="connsiteX11" fmla="*/ 8123462 w 12191999"/>
              <a:gd name="connsiteY11" fmla="*/ 892177 h 965200"/>
              <a:gd name="connsiteX12" fmla="*/ 5353956 w 12191999"/>
              <a:gd name="connsiteY12" fmla="*/ 892177 h 965200"/>
              <a:gd name="connsiteX13" fmla="*/ 5258380 w 12191999"/>
              <a:gd name="connsiteY13" fmla="*/ 931765 h 965200"/>
              <a:gd name="connsiteX14" fmla="*/ 5235837 w 12191999"/>
              <a:gd name="connsiteY14" fmla="*/ 965200 h 965200"/>
              <a:gd name="connsiteX15" fmla="*/ 689794 w 12191999"/>
              <a:gd name="connsiteY15" fmla="*/ 965200 h 965200"/>
              <a:gd name="connsiteX16" fmla="*/ 694190 w 12191999"/>
              <a:gd name="connsiteY16" fmla="*/ 943429 h 965200"/>
              <a:gd name="connsiteX17" fmla="*/ 548140 w 12191999"/>
              <a:gd name="connsiteY17" fmla="*/ 797379 h 965200"/>
              <a:gd name="connsiteX18" fmla="*/ 393968 w 12191999"/>
              <a:gd name="connsiteY18" fmla="*/ 797379 h 965200"/>
              <a:gd name="connsiteX19" fmla="*/ 394151 w 12191999"/>
              <a:gd name="connsiteY19" fmla="*/ 796472 h 965200"/>
              <a:gd name="connsiteX20" fmla="*/ 248101 w 12191999"/>
              <a:gd name="connsiteY20" fmla="*/ 650422 h 965200"/>
              <a:gd name="connsiteX21" fmla="*/ 0 w 12191999"/>
              <a:gd name="connsiteY21" fmla="*/ 650422 h 96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2191999" h="965200">
                <a:moveTo>
                  <a:pt x="0" y="0"/>
                </a:moveTo>
                <a:lnTo>
                  <a:pt x="12191999" y="0"/>
                </a:lnTo>
                <a:lnTo>
                  <a:pt x="12191999" y="621393"/>
                </a:lnTo>
                <a:lnTo>
                  <a:pt x="11155972" y="621393"/>
                </a:lnTo>
                <a:cubicBezTo>
                  <a:pt x="11075311" y="621393"/>
                  <a:pt x="11009922" y="686782"/>
                  <a:pt x="11009922" y="767443"/>
                </a:cubicBezTo>
                <a:lnTo>
                  <a:pt x="11015966" y="797379"/>
                </a:lnTo>
                <a:lnTo>
                  <a:pt x="9981222" y="797379"/>
                </a:lnTo>
                <a:cubicBezTo>
                  <a:pt x="9900561" y="797379"/>
                  <a:pt x="9835172" y="862768"/>
                  <a:pt x="9835172" y="943429"/>
                </a:cubicBezTo>
                <a:lnTo>
                  <a:pt x="9839567" y="965200"/>
                </a:lnTo>
                <a:lnTo>
                  <a:pt x="8241580" y="965200"/>
                </a:lnTo>
                <a:lnTo>
                  <a:pt x="8219038" y="931765"/>
                </a:lnTo>
                <a:cubicBezTo>
                  <a:pt x="8194578" y="907305"/>
                  <a:pt x="8160787" y="892177"/>
                  <a:pt x="8123462" y="892177"/>
                </a:cubicBezTo>
                <a:lnTo>
                  <a:pt x="5353956" y="892177"/>
                </a:lnTo>
                <a:cubicBezTo>
                  <a:pt x="5316631" y="892177"/>
                  <a:pt x="5282840" y="907305"/>
                  <a:pt x="5258380" y="931765"/>
                </a:cubicBezTo>
                <a:lnTo>
                  <a:pt x="5235837" y="965200"/>
                </a:lnTo>
                <a:lnTo>
                  <a:pt x="689794" y="965200"/>
                </a:lnTo>
                <a:lnTo>
                  <a:pt x="694190" y="943429"/>
                </a:lnTo>
                <a:cubicBezTo>
                  <a:pt x="694190" y="862768"/>
                  <a:pt x="628801" y="797379"/>
                  <a:pt x="548140" y="797379"/>
                </a:cubicBezTo>
                <a:lnTo>
                  <a:pt x="393968" y="797379"/>
                </a:lnTo>
                <a:lnTo>
                  <a:pt x="394151" y="796472"/>
                </a:lnTo>
                <a:cubicBezTo>
                  <a:pt x="394151" y="715811"/>
                  <a:pt x="328762" y="650422"/>
                  <a:pt x="248101" y="650422"/>
                </a:cubicBezTo>
                <a:lnTo>
                  <a:pt x="0" y="650422"/>
                </a:lnTo>
                <a:close/>
              </a:path>
            </a:pathLst>
          </a:custGeom>
          <a:solidFill>
            <a:srgbClr val="8CD3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2">
              <a:lnSpc>
                <a:spcPct val="150000"/>
              </a:lnSpc>
            </a:pPr>
            <a:r>
              <a:rPr lang="en-US" altLang="ko-KR" sz="1600" i="1" dirty="0">
                <a:solidFill>
                  <a:prstClr val="white"/>
                </a:solidFill>
              </a:rPr>
              <a:t>Cocktail </a:t>
            </a:r>
            <a:r>
              <a:rPr lang="en-US" altLang="ko-KR" sz="2000" b="1" i="1" dirty="0">
                <a:solidFill>
                  <a:prstClr val="white"/>
                </a:solidFill>
              </a:rPr>
              <a:t>APPLICATION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BE4AA6-A102-46A0-B5C4-0360C2C46A13}"/>
              </a:ext>
            </a:extLst>
          </p:cNvPr>
          <p:cNvSpPr txBox="1"/>
          <p:nvPr/>
        </p:nvSpPr>
        <p:spPr>
          <a:xfrm>
            <a:off x="1516108" y="990498"/>
            <a:ext cx="99554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App</a:t>
            </a:r>
            <a:r>
              <a:rPr lang="ko-KR" altLang="en-US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의 </a:t>
            </a:r>
            <a:r>
              <a:rPr lang="en-US" altLang="ko-KR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UI //</a:t>
            </a:r>
            <a:r>
              <a:rPr lang="ko-KR" altLang="en-US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맛집 지도 검색</a:t>
            </a:r>
            <a:r>
              <a:rPr lang="en-US" altLang="ko-KR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, </a:t>
            </a:r>
            <a:r>
              <a:rPr lang="ko-KR" altLang="en-US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이름 검색 화면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D2FB5C1-9C66-47A1-B7A7-4A90E31D8A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542" y="1768249"/>
            <a:ext cx="4048125" cy="491218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86EB839-1F7C-427A-BB8F-9EDD3714BE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4388" y="1768249"/>
            <a:ext cx="4067175" cy="4912182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55F78E4E-6C98-418F-BADC-4CB4738425B5}"/>
              </a:ext>
            </a:extLst>
          </p:cNvPr>
          <p:cNvSpPr/>
          <p:nvPr/>
        </p:nvSpPr>
        <p:spPr>
          <a:xfrm>
            <a:off x="5437285" y="3568823"/>
            <a:ext cx="1198485" cy="64633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맛집 화면</a:t>
            </a:r>
          </a:p>
        </p:txBody>
      </p:sp>
      <p:sp>
        <p:nvSpPr>
          <p:cNvPr id="4" name="화살표: 오른쪽 3">
            <a:extLst>
              <a:ext uri="{FF2B5EF4-FFF2-40B4-BE49-F238E27FC236}">
                <a16:creationId xmlns:a16="http://schemas.microsoft.com/office/drawing/2014/main" id="{C41C4E41-5658-4F23-B18F-22F179BF5CF3}"/>
              </a:ext>
            </a:extLst>
          </p:cNvPr>
          <p:cNvSpPr/>
          <p:nvPr/>
        </p:nvSpPr>
        <p:spPr>
          <a:xfrm rot="20134563">
            <a:off x="3992341" y="4225317"/>
            <a:ext cx="1353754" cy="51490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click</a:t>
            </a:r>
            <a:endParaRPr lang="ko-KR" altLang="en-US" dirty="0"/>
          </a:p>
        </p:txBody>
      </p: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7EB30D3B-BA05-406E-A6B0-8B5AB210C695}"/>
              </a:ext>
            </a:extLst>
          </p:cNvPr>
          <p:cNvSpPr/>
          <p:nvPr/>
        </p:nvSpPr>
        <p:spPr>
          <a:xfrm rot="10800000">
            <a:off x="6769347" y="3595615"/>
            <a:ext cx="1029930" cy="37286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34229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자유형 48"/>
          <p:cNvSpPr/>
          <p:nvPr/>
        </p:nvSpPr>
        <p:spPr>
          <a:xfrm>
            <a:off x="2" y="0"/>
            <a:ext cx="12191999" cy="965200"/>
          </a:xfrm>
          <a:custGeom>
            <a:avLst/>
            <a:gdLst>
              <a:gd name="connsiteX0" fmla="*/ 0 w 12191999"/>
              <a:gd name="connsiteY0" fmla="*/ 0 h 965200"/>
              <a:gd name="connsiteX1" fmla="*/ 12191999 w 12191999"/>
              <a:gd name="connsiteY1" fmla="*/ 0 h 965200"/>
              <a:gd name="connsiteX2" fmla="*/ 12191999 w 12191999"/>
              <a:gd name="connsiteY2" fmla="*/ 621393 h 965200"/>
              <a:gd name="connsiteX3" fmla="*/ 11155972 w 12191999"/>
              <a:gd name="connsiteY3" fmla="*/ 621393 h 965200"/>
              <a:gd name="connsiteX4" fmla="*/ 11009922 w 12191999"/>
              <a:gd name="connsiteY4" fmla="*/ 767443 h 965200"/>
              <a:gd name="connsiteX5" fmla="*/ 11015966 w 12191999"/>
              <a:gd name="connsiteY5" fmla="*/ 797379 h 965200"/>
              <a:gd name="connsiteX6" fmla="*/ 9981222 w 12191999"/>
              <a:gd name="connsiteY6" fmla="*/ 797379 h 965200"/>
              <a:gd name="connsiteX7" fmla="*/ 9835172 w 12191999"/>
              <a:gd name="connsiteY7" fmla="*/ 943429 h 965200"/>
              <a:gd name="connsiteX8" fmla="*/ 9839567 w 12191999"/>
              <a:gd name="connsiteY8" fmla="*/ 965200 h 965200"/>
              <a:gd name="connsiteX9" fmla="*/ 8241580 w 12191999"/>
              <a:gd name="connsiteY9" fmla="*/ 965200 h 965200"/>
              <a:gd name="connsiteX10" fmla="*/ 8219038 w 12191999"/>
              <a:gd name="connsiteY10" fmla="*/ 931765 h 965200"/>
              <a:gd name="connsiteX11" fmla="*/ 8123462 w 12191999"/>
              <a:gd name="connsiteY11" fmla="*/ 892177 h 965200"/>
              <a:gd name="connsiteX12" fmla="*/ 5353956 w 12191999"/>
              <a:gd name="connsiteY12" fmla="*/ 892177 h 965200"/>
              <a:gd name="connsiteX13" fmla="*/ 5258380 w 12191999"/>
              <a:gd name="connsiteY13" fmla="*/ 931765 h 965200"/>
              <a:gd name="connsiteX14" fmla="*/ 5235837 w 12191999"/>
              <a:gd name="connsiteY14" fmla="*/ 965200 h 965200"/>
              <a:gd name="connsiteX15" fmla="*/ 689794 w 12191999"/>
              <a:gd name="connsiteY15" fmla="*/ 965200 h 965200"/>
              <a:gd name="connsiteX16" fmla="*/ 694190 w 12191999"/>
              <a:gd name="connsiteY16" fmla="*/ 943429 h 965200"/>
              <a:gd name="connsiteX17" fmla="*/ 548140 w 12191999"/>
              <a:gd name="connsiteY17" fmla="*/ 797379 h 965200"/>
              <a:gd name="connsiteX18" fmla="*/ 393968 w 12191999"/>
              <a:gd name="connsiteY18" fmla="*/ 797379 h 965200"/>
              <a:gd name="connsiteX19" fmla="*/ 394151 w 12191999"/>
              <a:gd name="connsiteY19" fmla="*/ 796472 h 965200"/>
              <a:gd name="connsiteX20" fmla="*/ 248101 w 12191999"/>
              <a:gd name="connsiteY20" fmla="*/ 650422 h 965200"/>
              <a:gd name="connsiteX21" fmla="*/ 0 w 12191999"/>
              <a:gd name="connsiteY21" fmla="*/ 650422 h 96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2191999" h="965200">
                <a:moveTo>
                  <a:pt x="0" y="0"/>
                </a:moveTo>
                <a:lnTo>
                  <a:pt x="12191999" y="0"/>
                </a:lnTo>
                <a:lnTo>
                  <a:pt x="12191999" y="621393"/>
                </a:lnTo>
                <a:lnTo>
                  <a:pt x="11155972" y="621393"/>
                </a:lnTo>
                <a:cubicBezTo>
                  <a:pt x="11075311" y="621393"/>
                  <a:pt x="11009922" y="686782"/>
                  <a:pt x="11009922" y="767443"/>
                </a:cubicBezTo>
                <a:lnTo>
                  <a:pt x="11015966" y="797379"/>
                </a:lnTo>
                <a:lnTo>
                  <a:pt x="9981222" y="797379"/>
                </a:lnTo>
                <a:cubicBezTo>
                  <a:pt x="9900561" y="797379"/>
                  <a:pt x="9835172" y="862768"/>
                  <a:pt x="9835172" y="943429"/>
                </a:cubicBezTo>
                <a:lnTo>
                  <a:pt x="9839567" y="965200"/>
                </a:lnTo>
                <a:lnTo>
                  <a:pt x="8241580" y="965200"/>
                </a:lnTo>
                <a:lnTo>
                  <a:pt x="8219038" y="931765"/>
                </a:lnTo>
                <a:cubicBezTo>
                  <a:pt x="8194578" y="907305"/>
                  <a:pt x="8160787" y="892177"/>
                  <a:pt x="8123462" y="892177"/>
                </a:cubicBezTo>
                <a:lnTo>
                  <a:pt x="5353956" y="892177"/>
                </a:lnTo>
                <a:cubicBezTo>
                  <a:pt x="5316631" y="892177"/>
                  <a:pt x="5282840" y="907305"/>
                  <a:pt x="5258380" y="931765"/>
                </a:cubicBezTo>
                <a:lnTo>
                  <a:pt x="5235837" y="965200"/>
                </a:lnTo>
                <a:lnTo>
                  <a:pt x="689794" y="965200"/>
                </a:lnTo>
                <a:lnTo>
                  <a:pt x="694190" y="943429"/>
                </a:lnTo>
                <a:cubicBezTo>
                  <a:pt x="694190" y="862768"/>
                  <a:pt x="628801" y="797379"/>
                  <a:pt x="548140" y="797379"/>
                </a:cubicBezTo>
                <a:lnTo>
                  <a:pt x="393968" y="797379"/>
                </a:lnTo>
                <a:lnTo>
                  <a:pt x="394151" y="796472"/>
                </a:lnTo>
                <a:cubicBezTo>
                  <a:pt x="394151" y="715811"/>
                  <a:pt x="328762" y="650422"/>
                  <a:pt x="248101" y="650422"/>
                </a:cubicBezTo>
                <a:lnTo>
                  <a:pt x="0" y="650422"/>
                </a:lnTo>
                <a:close/>
              </a:path>
            </a:pathLst>
          </a:custGeom>
          <a:solidFill>
            <a:srgbClr val="8CD3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2">
              <a:lnSpc>
                <a:spcPct val="150000"/>
              </a:lnSpc>
            </a:pPr>
            <a:r>
              <a:rPr lang="en-US" altLang="ko-KR" sz="1600" i="1" dirty="0">
                <a:solidFill>
                  <a:prstClr val="white"/>
                </a:solidFill>
              </a:rPr>
              <a:t>Cocktail </a:t>
            </a:r>
            <a:r>
              <a:rPr lang="en-US" altLang="ko-KR" sz="2000" b="1" i="1" dirty="0">
                <a:solidFill>
                  <a:prstClr val="white"/>
                </a:solidFill>
              </a:rPr>
              <a:t>APPLICATION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BE4AA6-A102-46A0-B5C4-0360C2C46A13}"/>
              </a:ext>
            </a:extLst>
          </p:cNvPr>
          <p:cNvSpPr txBox="1"/>
          <p:nvPr/>
        </p:nvSpPr>
        <p:spPr>
          <a:xfrm>
            <a:off x="1516108" y="990498"/>
            <a:ext cx="10371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App</a:t>
            </a:r>
            <a:r>
              <a:rPr lang="ko-KR" altLang="en-US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의 </a:t>
            </a:r>
            <a:r>
              <a:rPr lang="en-US" altLang="ko-KR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UI //</a:t>
            </a:r>
            <a:r>
              <a:rPr lang="ko-KR" altLang="en-US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순위 화면</a:t>
            </a:r>
            <a:r>
              <a:rPr lang="en-US" altLang="ko-KR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, </a:t>
            </a:r>
            <a:r>
              <a:rPr lang="ko-KR" altLang="en-US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설정 화면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E35BFCE-8DBF-475A-89A1-E38C7D60A0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1915" y="1662128"/>
            <a:ext cx="4057650" cy="491218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696B99E-7ABD-4850-8D8C-3E6AAC049E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150" y="1662127"/>
            <a:ext cx="4057650" cy="4912183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959B1B74-DEB4-44F9-A75F-3ED6DACD758F}"/>
              </a:ext>
            </a:extLst>
          </p:cNvPr>
          <p:cNvSpPr/>
          <p:nvPr/>
        </p:nvSpPr>
        <p:spPr>
          <a:xfrm>
            <a:off x="5449903" y="2611571"/>
            <a:ext cx="1251751" cy="64633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맛집화면</a:t>
            </a:r>
            <a:endParaRPr lang="ko-KR" altLang="en-US" dirty="0"/>
          </a:p>
        </p:txBody>
      </p:sp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298CA22D-5401-4B2A-9783-5D3ADBBDDD09}"/>
              </a:ext>
            </a:extLst>
          </p:cNvPr>
          <p:cNvSpPr/>
          <p:nvPr/>
        </p:nvSpPr>
        <p:spPr>
          <a:xfrm>
            <a:off x="4379653" y="2677718"/>
            <a:ext cx="986408" cy="5140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16188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자유형 48"/>
          <p:cNvSpPr/>
          <p:nvPr/>
        </p:nvSpPr>
        <p:spPr>
          <a:xfrm>
            <a:off x="2" y="0"/>
            <a:ext cx="12191999" cy="965200"/>
          </a:xfrm>
          <a:custGeom>
            <a:avLst/>
            <a:gdLst>
              <a:gd name="connsiteX0" fmla="*/ 0 w 12191999"/>
              <a:gd name="connsiteY0" fmla="*/ 0 h 965200"/>
              <a:gd name="connsiteX1" fmla="*/ 12191999 w 12191999"/>
              <a:gd name="connsiteY1" fmla="*/ 0 h 965200"/>
              <a:gd name="connsiteX2" fmla="*/ 12191999 w 12191999"/>
              <a:gd name="connsiteY2" fmla="*/ 621393 h 965200"/>
              <a:gd name="connsiteX3" fmla="*/ 11155972 w 12191999"/>
              <a:gd name="connsiteY3" fmla="*/ 621393 h 965200"/>
              <a:gd name="connsiteX4" fmla="*/ 11009922 w 12191999"/>
              <a:gd name="connsiteY4" fmla="*/ 767443 h 965200"/>
              <a:gd name="connsiteX5" fmla="*/ 11015966 w 12191999"/>
              <a:gd name="connsiteY5" fmla="*/ 797379 h 965200"/>
              <a:gd name="connsiteX6" fmla="*/ 9981222 w 12191999"/>
              <a:gd name="connsiteY6" fmla="*/ 797379 h 965200"/>
              <a:gd name="connsiteX7" fmla="*/ 9835172 w 12191999"/>
              <a:gd name="connsiteY7" fmla="*/ 943429 h 965200"/>
              <a:gd name="connsiteX8" fmla="*/ 9839567 w 12191999"/>
              <a:gd name="connsiteY8" fmla="*/ 965200 h 965200"/>
              <a:gd name="connsiteX9" fmla="*/ 8241580 w 12191999"/>
              <a:gd name="connsiteY9" fmla="*/ 965200 h 965200"/>
              <a:gd name="connsiteX10" fmla="*/ 8219038 w 12191999"/>
              <a:gd name="connsiteY10" fmla="*/ 931765 h 965200"/>
              <a:gd name="connsiteX11" fmla="*/ 8123462 w 12191999"/>
              <a:gd name="connsiteY11" fmla="*/ 892177 h 965200"/>
              <a:gd name="connsiteX12" fmla="*/ 5353956 w 12191999"/>
              <a:gd name="connsiteY12" fmla="*/ 892177 h 965200"/>
              <a:gd name="connsiteX13" fmla="*/ 5258380 w 12191999"/>
              <a:gd name="connsiteY13" fmla="*/ 931765 h 965200"/>
              <a:gd name="connsiteX14" fmla="*/ 5235837 w 12191999"/>
              <a:gd name="connsiteY14" fmla="*/ 965200 h 965200"/>
              <a:gd name="connsiteX15" fmla="*/ 689794 w 12191999"/>
              <a:gd name="connsiteY15" fmla="*/ 965200 h 965200"/>
              <a:gd name="connsiteX16" fmla="*/ 694190 w 12191999"/>
              <a:gd name="connsiteY16" fmla="*/ 943429 h 965200"/>
              <a:gd name="connsiteX17" fmla="*/ 548140 w 12191999"/>
              <a:gd name="connsiteY17" fmla="*/ 797379 h 965200"/>
              <a:gd name="connsiteX18" fmla="*/ 393968 w 12191999"/>
              <a:gd name="connsiteY18" fmla="*/ 797379 h 965200"/>
              <a:gd name="connsiteX19" fmla="*/ 394151 w 12191999"/>
              <a:gd name="connsiteY19" fmla="*/ 796472 h 965200"/>
              <a:gd name="connsiteX20" fmla="*/ 248101 w 12191999"/>
              <a:gd name="connsiteY20" fmla="*/ 650422 h 965200"/>
              <a:gd name="connsiteX21" fmla="*/ 0 w 12191999"/>
              <a:gd name="connsiteY21" fmla="*/ 650422 h 96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2191999" h="965200">
                <a:moveTo>
                  <a:pt x="0" y="0"/>
                </a:moveTo>
                <a:lnTo>
                  <a:pt x="12191999" y="0"/>
                </a:lnTo>
                <a:lnTo>
                  <a:pt x="12191999" y="621393"/>
                </a:lnTo>
                <a:lnTo>
                  <a:pt x="11155972" y="621393"/>
                </a:lnTo>
                <a:cubicBezTo>
                  <a:pt x="11075311" y="621393"/>
                  <a:pt x="11009922" y="686782"/>
                  <a:pt x="11009922" y="767443"/>
                </a:cubicBezTo>
                <a:lnTo>
                  <a:pt x="11015966" y="797379"/>
                </a:lnTo>
                <a:lnTo>
                  <a:pt x="9981222" y="797379"/>
                </a:lnTo>
                <a:cubicBezTo>
                  <a:pt x="9900561" y="797379"/>
                  <a:pt x="9835172" y="862768"/>
                  <a:pt x="9835172" y="943429"/>
                </a:cubicBezTo>
                <a:lnTo>
                  <a:pt x="9839567" y="965200"/>
                </a:lnTo>
                <a:lnTo>
                  <a:pt x="8241580" y="965200"/>
                </a:lnTo>
                <a:lnTo>
                  <a:pt x="8219038" y="931765"/>
                </a:lnTo>
                <a:cubicBezTo>
                  <a:pt x="8194578" y="907305"/>
                  <a:pt x="8160787" y="892177"/>
                  <a:pt x="8123462" y="892177"/>
                </a:cubicBezTo>
                <a:lnTo>
                  <a:pt x="5353956" y="892177"/>
                </a:lnTo>
                <a:cubicBezTo>
                  <a:pt x="5316631" y="892177"/>
                  <a:pt x="5282840" y="907305"/>
                  <a:pt x="5258380" y="931765"/>
                </a:cubicBezTo>
                <a:lnTo>
                  <a:pt x="5235837" y="965200"/>
                </a:lnTo>
                <a:lnTo>
                  <a:pt x="689794" y="965200"/>
                </a:lnTo>
                <a:lnTo>
                  <a:pt x="694190" y="943429"/>
                </a:lnTo>
                <a:cubicBezTo>
                  <a:pt x="694190" y="862768"/>
                  <a:pt x="628801" y="797379"/>
                  <a:pt x="548140" y="797379"/>
                </a:cubicBezTo>
                <a:lnTo>
                  <a:pt x="393968" y="797379"/>
                </a:lnTo>
                <a:lnTo>
                  <a:pt x="394151" y="796472"/>
                </a:lnTo>
                <a:cubicBezTo>
                  <a:pt x="394151" y="715811"/>
                  <a:pt x="328762" y="650422"/>
                  <a:pt x="248101" y="650422"/>
                </a:cubicBezTo>
                <a:lnTo>
                  <a:pt x="0" y="650422"/>
                </a:lnTo>
                <a:close/>
              </a:path>
            </a:pathLst>
          </a:custGeom>
          <a:solidFill>
            <a:srgbClr val="8CD3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2">
              <a:lnSpc>
                <a:spcPct val="150000"/>
              </a:lnSpc>
            </a:pPr>
            <a:r>
              <a:rPr lang="en-US" altLang="ko-KR" sz="1600" i="1" dirty="0">
                <a:solidFill>
                  <a:prstClr val="white"/>
                </a:solidFill>
              </a:rPr>
              <a:t>Cocktail </a:t>
            </a:r>
            <a:r>
              <a:rPr lang="en-US" altLang="ko-KR" sz="2000" b="1" i="1" dirty="0">
                <a:solidFill>
                  <a:prstClr val="white"/>
                </a:solidFill>
              </a:rPr>
              <a:t>APPLICATION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BE4AA6-A102-46A0-B5C4-0360C2C46A13}"/>
              </a:ext>
            </a:extLst>
          </p:cNvPr>
          <p:cNvSpPr txBox="1"/>
          <p:nvPr/>
        </p:nvSpPr>
        <p:spPr>
          <a:xfrm>
            <a:off x="1516108" y="990498"/>
            <a:ext cx="10371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App</a:t>
            </a:r>
            <a:r>
              <a:rPr lang="ko-KR" altLang="en-US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의 </a:t>
            </a:r>
            <a:r>
              <a:rPr lang="en-US" altLang="ko-KR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UI //</a:t>
            </a:r>
            <a:r>
              <a:rPr lang="ko-KR" altLang="en-US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로그인 화면</a:t>
            </a:r>
            <a:r>
              <a:rPr lang="en-US" altLang="ko-KR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, </a:t>
            </a:r>
            <a:r>
              <a:rPr lang="ko-KR" altLang="en-US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회원가입 화면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8AEF282-5140-4167-98D0-97AD3E9482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1028" y="1768249"/>
            <a:ext cx="4048125" cy="491218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F41A40B-A128-4B0A-9240-187A392E6D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5509" y="1768249"/>
            <a:ext cx="4067175" cy="4912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6156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자유형 48"/>
          <p:cNvSpPr/>
          <p:nvPr/>
        </p:nvSpPr>
        <p:spPr>
          <a:xfrm>
            <a:off x="2" y="0"/>
            <a:ext cx="12191999" cy="965200"/>
          </a:xfrm>
          <a:custGeom>
            <a:avLst/>
            <a:gdLst>
              <a:gd name="connsiteX0" fmla="*/ 0 w 12191999"/>
              <a:gd name="connsiteY0" fmla="*/ 0 h 965200"/>
              <a:gd name="connsiteX1" fmla="*/ 12191999 w 12191999"/>
              <a:gd name="connsiteY1" fmla="*/ 0 h 965200"/>
              <a:gd name="connsiteX2" fmla="*/ 12191999 w 12191999"/>
              <a:gd name="connsiteY2" fmla="*/ 621393 h 965200"/>
              <a:gd name="connsiteX3" fmla="*/ 11155972 w 12191999"/>
              <a:gd name="connsiteY3" fmla="*/ 621393 h 965200"/>
              <a:gd name="connsiteX4" fmla="*/ 11009922 w 12191999"/>
              <a:gd name="connsiteY4" fmla="*/ 767443 h 965200"/>
              <a:gd name="connsiteX5" fmla="*/ 11015966 w 12191999"/>
              <a:gd name="connsiteY5" fmla="*/ 797379 h 965200"/>
              <a:gd name="connsiteX6" fmla="*/ 9981222 w 12191999"/>
              <a:gd name="connsiteY6" fmla="*/ 797379 h 965200"/>
              <a:gd name="connsiteX7" fmla="*/ 9835172 w 12191999"/>
              <a:gd name="connsiteY7" fmla="*/ 943429 h 965200"/>
              <a:gd name="connsiteX8" fmla="*/ 9839567 w 12191999"/>
              <a:gd name="connsiteY8" fmla="*/ 965200 h 965200"/>
              <a:gd name="connsiteX9" fmla="*/ 8241580 w 12191999"/>
              <a:gd name="connsiteY9" fmla="*/ 965200 h 965200"/>
              <a:gd name="connsiteX10" fmla="*/ 8219038 w 12191999"/>
              <a:gd name="connsiteY10" fmla="*/ 931765 h 965200"/>
              <a:gd name="connsiteX11" fmla="*/ 8123462 w 12191999"/>
              <a:gd name="connsiteY11" fmla="*/ 892177 h 965200"/>
              <a:gd name="connsiteX12" fmla="*/ 5353956 w 12191999"/>
              <a:gd name="connsiteY12" fmla="*/ 892177 h 965200"/>
              <a:gd name="connsiteX13" fmla="*/ 5258380 w 12191999"/>
              <a:gd name="connsiteY13" fmla="*/ 931765 h 965200"/>
              <a:gd name="connsiteX14" fmla="*/ 5235837 w 12191999"/>
              <a:gd name="connsiteY14" fmla="*/ 965200 h 965200"/>
              <a:gd name="connsiteX15" fmla="*/ 689794 w 12191999"/>
              <a:gd name="connsiteY15" fmla="*/ 965200 h 965200"/>
              <a:gd name="connsiteX16" fmla="*/ 694190 w 12191999"/>
              <a:gd name="connsiteY16" fmla="*/ 943429 h 965200"/>
              <a:gd name="connsiteX17" fmla="*/ 548140 w 12191999"/>
              <a:gd name="connsiteY17" fmla="*/ 797379 h 965200"/>
              <a:gd name="connsiteX18" fmla="*/ 393968 w 12191999"/>
              <a:gd name="connsiteY18" fmla="*/ 797379 h 965200"/>
              <a:gd name="connsiteX19" fmla="*/ 394151 w 12191999"/>
              <a:gd name="connsiteY19" fmla="*/ 796472 h 965200"/>
              <a:gd name="connsiteX20" fmla="*/ 248101 w 12191999"/>
              <a:gd name="connsiteY20" fmla="*/ 650422 h 965200"/>
              <a:gd name="connsiteX21" fmla="*/ 0 w 12191999"/>
              <a:gd name="connsiteY21" fmla="*/ 650422 h 96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2191999" h="965200">
                <a:moveTo>
                  <a:pt x="0" y="0"/>
                </a:moveTo>
                <a:lnTo>
                  <a:pt x="12191999" y="0"/>
                </a:lnTo>
                <a:lnTo>
                  <a:pt x="12191999" y="621393"/>
                </a:lnTo>
                <a:lnTo>
                  <a:pt x="11155972" y="621393"/>
                </a:lnTo>
                <a:cubicBezTo>
                  <a:pt x="11075311" y="621393"/>
                  <a:pt x="11009922" y="686782"/>
                  <a:pt x="11009922" y="767443"/>
                </a:cubicBezTo>
                <a:lnTo>
                  <a:pt x="11015966" y="797379"/>
                </a:lnTo>
                <a:lnTo>
                  <a:pt x="9981222" y="797379"/>
                </a:lnTo>
                <a:cubicBezTo>
                  <a:pt x="9900561" y="797379"/>
                  <a:pt x="9835172" y="862768"/>
                  <a:pt x="9835172" y="943429"/>
                </a:cubicBezTo>
                <a:lnTo>
                  <a:pt x="9839567" y="965200"/>
                </a:lnTo>
                <a:lnTo>
                  <a:pt x="8241580" y="965200"/>
                </a:lnTo>
                <a:lnTo>
                  <a:pt x="8219038" y="931765"/>
                </a:lnTo>
                <a:cubicBezTo>
                  <a:pt x="8194578" y="907305"/>
                  <a:pt x="8160787" y="892177"/>
                  <a:pt x="8123462" y="892177"/>
                </a:cubicBezTo>
                <a:lnTo>
                  <a:pt x="5353956" y="892177"/>
                </a:lnTo>
                <a:cubicBezTo>
                  <a:pt x="5316631" y="892177"/>
                  <a:pt x="5282840" y="907305"/>
                  <a:pt x="5258380" y="931765"/>
                </a:cubicBezTo>
                <a:lnTo>
                  <a:pt x="5235837" y="965200"/>
                </a:lnTo>
                <a:lnTo>
                  <a:pt x="689794" y="965200"/>
                </a:lnTo>
                <a:lnTo>
                  <a:pt x="694190" y="943429"/>
                </a:lnTo>
                <a:cubicBezTo>
                  <a:pt x="694190" y="862768"/>
                  <a:pt x="628801" y="797379"/>
                  <a:pt x="548140" y="797379"/>
                </a:cubicBezTo>
                <a:lnTo>
                  <a:pt x="393968" y="797379"/>
                </a:lnTo>
                <a:lnTo>
                  <a:pt x="394151" y="796472"/>
                </a:lnTo>
                <a:cubicBezTo>
                  <a:pt x="394151" y="715811"/>
                  <a:pt x="328762" y="650422"/>
                  <a:pt x="248101" y="650422"/>
                </a:cubicBezTo>
                <a:lnTo>
                  <a:pt x="0" y="650422"/>
                </a:lnTo>
                <a:close/>
              </a:path>
            </a:pathLst>
          </a:custGeom>
          <a:solidFill>
            <a:srgbClr val="8CD3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2">
              <a:lnSpc>
                <a:spcPct val="150000"/>
              </a:lnSpc>
            </a:pPr>
            <a:r>
              <a:rPr lang="en-US" altLang="ko-KR" sz="1600" i="1" dirty="0">
                <a:solidFill>
                  <a:prstClr val="white"/>
                </a:solidFill>
              </a:rPr>
              <a:t>Cocktail </a:t>
            </a:r>
            <a:r>
              <a:rPr lang="en-US" altLang="ko-KR" sz="2000" b="1" i="1" dirty="0">
                <a:solidFill>
                  <a:prstClr val="white"/>
                </a:solidFill>
              </a:rPr>
              <a:t>APPLICATION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BE4AA6-A102-46A0-B5C4-0360C2C46A13}"/>
              </a:ext>
            </a:extLst>
          </p:cNvPr>
          <p:cNvSpPr txBox="1"/>
          <p:nvPr/>
        </p:nvSpPr>
        <p:spPr>
          <a:xfrm>
            <a:off x="1516108" y="990498"/>
            <a:ext cx="10371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App</a:t>
            </a:r>
            <a:r>
              <a:rPr lang="ko-KR" altLang="en-US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의 </a:t>
            </a:r>
            <a:r>
              <a:rPr lang="en-US" altLang="ko-KR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UI //</a:t>
            </a:r>
            <a:r>
              <a:rPr lang="ko-KR" altLang="en-US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마이페이지</a:t>
            </a:r>
            <a:r>
              <a:rPr lang="en-US" altLang="ko-KR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(</a:t>
            </a:r>
            <a:r>
              <a:rPr lang="ko-KR" altLang="en-US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기본</a:t>
            </a:r>
            <a:r>
              <a:rPr lang="en-US" altLang="ko-KR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), </a:t>
            </a:r>
            <a:r>
              <a:rPr lang="ko-KR" altLang="en-US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후기 화면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3EAFB26-EFFE-451A-B909-C475EF64B6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5539" y="1662127"/>
            <a:ext cx="4057650" cy="491218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EE36870-5F2C-4190-AE7A-1DC333724C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8521" y="1662126"/>
            <a:ext cx="4067175" cy="4912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7336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자유형 48"/>
          <p:cNvSpPr/>
          <p:nvPr/>
        </p:nvSpPr>
        <p:spPr>
          <a:xfrm>
            <a:off x="2" y="0"/>
            <a:ext cx="12191999" cy="965200"/>
          </a:xfrm>
          <a:custGeom>
            <a:avLst/>
            <a:gdLst>
              <a:gd name="connsiteX0" fmla="*/ 0 w 12191999"/>
              <a:gd name="connsiteY0" fmla="*/ 0 h 965200"/>
              <a:gd name="connsiteX1" fmla="*/ 12191999 w 12191999"/>
              <a:gd name="connsiteY1" fmla="*/ 0 h 965200"/>
              <a:gd name="connsiteX2" fmla="*/ 12191999 w 12191999"/>
              <a:gd name="connsiteY2" fmla="*/ 621393 h 965200"/>
              <a:gd name="connsiteX3" fmla="*/ 11155972 w 12191999"/>
              <a:gd name="connsiteY3" fmla="*/ 621393 h 965200"/>
              <a:gd name="connsiteX4" fmla="*/ 11009922 w 12191999"/>
              <a:gd name="connsiteY4" fmla="*/ 767443 h 965200"/>
              <a:gd name="connsiteX5" fmla="*/ 11015966 w 12191999"/>
              <a:gd name="connsiteY5" fmla="*/ 797379 h 965200"/>
              <a:gd name="connsiteX6" fmla="*/ 9981222 w 12191999"/>
              <a:gd name="connsiteY6" fmla="*/ 797379 h 965200"/>
              <a:gd name="connsiteX7" fmla="*/ 9835172 w 12191999"/>
              <a:gd name="connsiteY7" fmla="*/ 943429 h 965200"/>
              <a:gd name="connsiteX8" fmla="*/ 9839567 w 12191999"/>
              <a:gd name="connsiteY8" fmla="*/ 965200 h 965200"/>
              <a:gd name="connsiteX9" fmla="*/ 8241580 w 12191999"/>
              <a:gd name="connsiteY9" fmla="*/ 965200 h 965200"/>
              <a:gd name="connsiteX10" fmla="*/ 8219038 w 12191999"/>
              <a:gd name="connsiteY10" fmla="*/ 931765 h 965200"/>
              <a:gd name="connsiteX11" fmla="*/ 8123462 w 12191999"/>
              <a:gd name="connsiteY11" fmla="*/ 892177 h 965200"/>
              <a:gd name="connsiteX12" fmla="*/ 5353956 w 12191999"/>
              <a:gd name="connsiteY12" fmla="*/ 892177 h 965200"/>
              <a:gd name="connsiteX13" fmla="*/ 5258380 w 12191999"/>
              <a:gd name="connsiteY13" fmla="*/ 931765 h 965200"/>
              <a:gd name="connsiteX14" fmla="*/ 5235837 w 12191999"/>
              <a:gd name="connsiteY14" fmla="*/ 965200 h 965200"/>
              <a:gd name="connsiteX15" fmla="*/ 689794 w 12191999"/>
              <a:gd name="connsiteY15" fmla="*/ 965200 h 965200"/>
              <a:gd name="connsiteX16" fmla="*/ 694190 w 12191999"/>
              <a:gd name="connsiteY16" fmla="*/ 943429 h 965200"/>
              <a:gd name="connsiteX17" fmla="*/ 548140 w 12191999"/>
              <a:gd name="connsiteY17" fmla="*/ 797379 h 965200"/>
              <a:gd name="connsiteX18" fmla="*/ 393968 w 12191999"/>
              <a:gd name="connsiteY18" fmla="*/ 797379 h 965200"/>
              <a:gd name="connsiteX19" fmla="*/ 394151 w 12191999"/>
              <a:gd name="connsiteY19" fmla="*/ 796472 h 965200"/>
              <a:gd name="connsiteX20" fmla="*/ 248101 w 12191999"/>
              <a:gd name="connsiteY20" fmla="*/ 650422 h 965200"/>
              <a:gd name="connsiteX21" fmla="*/ 0 w 12191999"/>
              <a:gd name="connsiteY21" fmla="*/ 650422 h 96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2191999" h="965200">
                <a:moveTo>
                  <a:pt x="0" y="0"/>
                </a:moveTo>
                <a:lnTo>
                  <a:pt x="12191999" y="0"/>
                </a:lnTo>
                <a:lnTo>
                  <a:pt x="12191999" y="621393"/>
                </a:lnTo>
                <a:lnTo>
                  <a:pt x="11155972" y="621393"/>
                </a:lnTo>
                <a:cubicBezTo>
                  <a:pt x="11075311" y="621393"/>
                  <a:pt x="11009922" y="686782"/>
                  <a:pt x="11009922" y="767443"/>
                </a:cubicBezTo>
                <a:lnTo>
                  <a:pt x="11015966" y="797379"/>
                </a:lnTo>
                <a:lnTo>
                  <a:pt x="9981222" y="797379"/>
                </a:lnTo>
                <a:cubicBezTo>
                  <a:pt x="9900561" y="797379"/>
                  <a:pt x="9835172" y="862768"/>
                  <a:pt x="9835172" y="943429"/>
                </a:cubicBezTo>
                <a:lnTo>
                  <a:pt x="9839567" y="965200"/>
                </a:lnTo>
                <a:lnTo>
                  <a:pt x="8241580" y="965200"/>
                </a:lnTo>
                <a:lnTo>
                  <a:pt x="8219038" y="931765"/>
                </a:lnTo>
                <a:cubicBezTo>
                  <a:pt x="8194578" y="907305"/>
                  <a:pt x="8160787" y="892177"/>
                  <a:pt x="8123462" y="892177"/>
                </a:cubicBezTo>
                <a:lnTo>
                  <a:pt x="5353956" y="892177"/>
                </a:lnTo>
                <a:cubicBezTo>
                  <a:pt x="5316631" y="892177"/>
                  <a:pt x="5282840" y="907305"/>
                  <a:pt x="5258380" y="931765"/>
                </a:cubicBezTo>
                <a:lnTo>
                  <a:pt x="5235837" y="965200"/>
                </a:lnTo>
                <a:lnTo>
                  <a:pt x="689794" y="965200"/>
                </a:lnTo>
                <a:lnTo>
                  <a:pt x="694190" y="943429"/>
                </a:lnTo>
                <a:cubicBezTo>
                  <a:pt x="694190" y="862768"/>
                  <a:pt x="628801" y="797379"/>
                  <a:pt x="548140" y="797379"/>
                </a:cubicBezTo>
                <a:lnTo>
                  <a:pt x="393968" y="797379"/>
                </a:lnTo>
                <a:lnTo>
                  <a:pt x="394151" y="796472"/>
                </a:lnTo>
                <a:cubicBezTo>
                  <a:pt x="394151" y="715811"/>
                  <a:pt x="328762" y="650422"/>
                  <a:pt x="248101" y="650422"/>
                </a:cubicBezTo>
                <a:lnTo>
                  <a:pt x="0" y="650422"/>
                </a:lnTo>
                <a:close/>
              </a:path>
            </a:pathLst>
          </a:custGeom>
          <a:solidFill>
            <a:srgbClr val="8CD3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2">
              <a:lnSpc>
                <a:spcPct val="150000"/>
              </a:lnSpc>
            </a:pPr>
            <a:r>
              <a:rPr lang="en-US" altLang="ko-KR" sz="1600" i="1" dirty="0">
                <a:solidFill>
                  <a:prstClr val="white"/>
                </a:solidFill>
              </a:rPr>
              <a:t>Cocktail </a:t>
            </a:r>
            <a:r>
              <a:rPr lang="en-US" altLang="ko-KR" sz="2000" b="1" i="1" dirty="0">
                <a:solidFill>
                  <a:prstClr val="white"/>
                </a:solidFill>
              </a:rPr>
              <a:t>APPLICATION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548D22-417E-4713-8C32-8DBB57D2585F}"/>
              </a:ext>
            </a:extLst>
          </p:cNvPr>
          <p:cNvSpPr txBox="1"/>
          <p:nvPr/>
        </p:nvSpPr>
        <p:spPr>
          <a:xfrm>
            <a:off x="8627122" y="5855460"/>
            <a:ext cx="32600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감사합니다</a:t>
            </a:r>
            <a:r>
              <a:rPr lang="en-US" altLang="ko-KR" sz="3600" b="1" dirty="0">
                <a:solidFill>
                  <a:srgbClr val="8A6E5B"/>
                </a:solidFill>
                <a:ea typeface="야놀자 야체 B" panose="02020603020101020101" pitchFamily="18" charset="-127"/>
              </a:rPr>
              <a:t>~~</a:t>
            </a:r>
            <a:endParaRPr lang="ko-KR" altLang="en-US" sz="3600" b="1" dirty="0">
              <a:solidFill>
                <a:srgbClr val="8A6E5B"/>
              </a:solidFill>
              <a:ea typeface="야놀자 야체 B" panose="02020603020101020101" pitchFamily="18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2DC7B4E-31C0-44DE-8617-683AF9961D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2105" y="2175336"/>
            <a:ext cx="3129639" cy="305164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7DEEC4C-F950-492B-9A74-740DF95F17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9521" y="2536844"/>
            <a:ext cx="1201202" cy="1164313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1528C311-13A4-413B-A17C-4CB73E49CA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099361"/>
            <a:ext cx="4625488" cy="459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6409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794</TotalTime>
  <Words>327</Words>
  <Application>Microsoft Office PowerPoint</Application>
  <PresentationFormat>와이드스크린</PresentationFormat>
  <Paragraphs>87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맑은 고딕</vt:lpstr>
      <vt:lpstr>야놀자 야체 B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요청사항</dc:creator>
  <cp:lastModifiedBy>harim Kang</cp:lastModifiedBy>
  <cp:revision>136</cp:revision>
  <dcterms:created xsi:type="dcterms:W3CDTF">2018-05-09T06:13:43Z</dcterms:created>
  <dcterms:modified xsi:type="dcterms:W3CDTF">2018-07-26T02:12:53Z</dcterms:modified>
</cp:coreProperties>
</file>