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6" r:id="rId5"/>
    <p:sldId id="267" r:id="rId6"/>
    <p:sldId id="260" r:id="rId7"/>
    <p:sldId id="274" r:id="rId8"/>
    <p:sldId id="272" r:id="rId9"/>
    <p:sldId id="276" r:id="rId10"/>
    <p:sldId id="269" r:id="rId11"/>
    <p:sldId id="27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다정" initials="박" lastIdx="1" clrIdx="0">
    <p:extLst>
      <p:ext uri="{19B8F6BF-5375-455C-9EA6-DF929625EA0E}">
        <p15:presenceInfo xmlns:p15="http://schemas.microsoft.com/office/powerpoint/2012/main" userId="S::lion0913@soongsil.ac.kr::35ae95fa-9bcf-4de5-b2c9-74082b18262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4472C4"/>
    <a:srgbClr val="F45E5E"/>
    <a:srgbClr val="FF505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7" autoAdjust="0"/>
    <p:restoredTop sz="96353" autoAdjust="0"/>
  </p:normalViewPr>
  <p:slideViewPr>
    <p:cSldViewPr snapToGrid="0">
      <p:cViewPr>
        <p:scale>
          <a:sx n="66" d="100"/>
          <a:sy n="66" d="100"/>
        </p:scale>
        <p:origin x="720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333BF-EC08-4484-9E45-0B2BD8E9D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A2E1FA-6DB1-467E-B12F-A8DC172B7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A1F07-0A63-412F-88DF-273BC92F2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60A8-0A1B-4590-BEC5-6D7AB2491622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8A213A-3ECB-48C6-8E38-6353A224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ADF934-A627-44D2-B460-B31FC454E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B584-AFC7-40EB-97E8-3EAE8015DB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724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B1A3F-2A80-47C8-A119-2CFD83C1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05E411-A99D-40F2-ABC8-0B81BA990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B9A308-9B5B-4D17-A603-D4E4821A4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60A8-0A1B-4590-BEC5-6D7AB2491622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FC78F-1591-487A-BD9B-188184CA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AA2BB-201B-497A-BB67-ADA97760B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B584-AFC7-40EB-97E8-3EAE8015DB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297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419BF-C641-46DA-B05E-AEEDF926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789F82-7C36-49D6-8F9B-4FE3FF82E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CA2FEE-1BCC-4E64-9DB8-B308486A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60A8-0A1B-4590-BEC5-6D7AB2491622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383DD-FF76-45CB-86D8-D3CD8C630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0DB215-8745-47EF-9110-D8639D5B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B584-AFC7-40EB-97E8-3EAE8015DB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113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4ACAC-667C-4B8A-9984-48B7DCBE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F2D93A-E83C-4352-ABA9-EFF792710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410973-F282-4700-BA0C-28A6E4D7C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9A7DEE-4AB8-4853-BA8A-C8610668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60A8-0A1B-4590-BEC5-6D7AB2491622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982143-7A4F-462E-B8F3-40693C9CC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19BC12-5392-4829-A33D-B7D0C236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B584-AFC7-40EB-97E8-3EAE8015DB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518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03F43-9430-4A18-B660-D36A66E05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9AE43D-63C3-4FB5-A547-E2468F912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A5C7B0-1699-454A-B931-45ED17797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78FF81-FFBF-4359-AF46-DC3241E17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BCD1C7-15A2-4E8B-80EC-FEFEE8EB1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6B702-0EA0-4C37-8B1A-4138DE30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60A8-0A1B-4590-BEC5-6D7AB2491622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EA57D0C-2E30-42EC-9CCE-4752F2A0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8D7785D-2B2C-45D2-B12C-904D2800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B584-AFC7-40EB-97E8-3EAE8015DB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57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687C9-0A69-4D19-BDDA-466917E3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9BA33B-16F0-442B-ACD2-67D3481F6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60A8-0A1B-4590-BEC5-6D7AB2491622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3371B9-4C6D-4BE0-B703-D22FFCB44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912B3E-B9E0-4DD4-A05F-94886D678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B584-AFC7-40EB-97E8-3EAE8015DB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811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6DAAAC-8484-4D3B-9026-DA4519C71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60A8-0A1B-4590-BEC5-6D7AB2491622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599298-C054-4C09-9745-A8DB5A9C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5E2F57-A46E-43BD-ACC1-E5A53DC9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B584-AFC7-40EB-97E8-3EAE8015DB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06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5CB6B-1E40-4465-8376-518216F2F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342B52-7C8B-4BDE-9493-D94B06F61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2ED606-332E-4B57-9CD4-BFE7A7E0E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88BDF2-265C-46B3-AECB-0BE358988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60A8-0A1B-4590-BEC5-6D7AB2491622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C80C94-3E29-4AD2-B6E8-34E4FFB0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0A43A2-F264-4E62-9A0B-A3F30EA7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B584-AFC7-40EB-97E8-3EAE8015DB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157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43571-EA43-4A13-B99E-C837D0A37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72AF90-71EB-4D43-84E7-9A7006C51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5F733A-7257-4F56-B794-55671DFCB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4E43BF-38A2-405F-B0BC-5F3F580E7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60A8-0A1B-4590-BEC5-6D7AB2491622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8624DD-CE3E-486A-8E9F-1B32FDBC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369353-E470-414E-A639-C0451F5AE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B584-AFC7-40EB-97E8-3EAE8015DB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299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E8F81-6DE6-4500-A029-396010394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A42062-EDA1-492D-AEFC-36D10C313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7D5752-412C-45F3-8C56-CC8DFD1F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60A8-0A1B-4590-BEC5-6D7AB2491622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C95E61-B518-412D-9044-13D9F1866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6DFDA6-E0D5-48D2-9E91-4AFE050C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B584-AFC7-40EB-97E8-3EAE8015DB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16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93A28AF-E816-420E-BA21-B538FC0D73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53A2C4-4635-4453-AD1F-5948B74D2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8B087-25EE-4D1B-A11F-B1AC28D61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560A8-0A1B-4590-BEC5-6D7AB2491622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4A6F48-9240-4910-8A57-F6FF8B77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E076FE-8AC9-4B57-9B2D-B7669E79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B584-AFC7-40EB-97E8-3EAE8015DB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71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742F1D-72EC-44BB-A730-5BCEC8E4A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81A847-A17D-41BF-A957-233965E47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D50949-18D7-44FB-A208-B43F6076C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560A8-0A1B-4590-BEC5-6D7AB2491622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7F2385-502B-4F8A-BF44-E1B688BC0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DFCC04-B8F0-43CE-8163-9D12262C0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1B584-AFC7-40EB-97E8-3EAE8015DB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14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2EB46B-7D11-4D53-9036-BA07F3DDE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3267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Presenting the pleasure of shopping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416E62-6794-4F39-91FA-3761AC73E0D6}"/>
              </a:ext>
            </a:extLst>
          </p:cNvPr>
          <p:cNvSpPr txBox="1"/>
          <p:nvPr/>
        </p:nvSpPr>
        <p:spPr>
          <a:xfrm>
            <a:off x="5682234" y="2783080"/>
            <a:ext cx="36148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FinE</a:t>
            </a:r>
            <a:endParaRPr lang="ko-KR" altLang="en-US" sz="8000" b="1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2F4B31E-F9FC-4509-A496-91CD432BD2C0}"/>
              </a:ext>
            </a:extLst>
          </p:cNvPr>
          <p:cNvGrpSpPr/>
          <p:nvPr/>
        </p:nvGrpSpPr>
        <p:grpSpPr>
          <a:xfrm>
            <a:off x="4254822" y="2168451"/>
            <a:ext cx="1582494" cy="2085593"/>
            <a:chOff x="1007091" y="2003043"/>
            <a:chExt cx="3250492" cy="4756136"/>
          </a:xfrm>
          <a:effectLst>
            <a:outerShdw blurRad="50800" dist="50800" dir="5400000" algn="ctr" rotWithShape="0">
              <a:schemeClr val="bg1"/>
            </a:outerShdw>
          </a:effectLst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A2A899D3-799A-42DD-8DA4-3B1CB4288B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56130"/>
            <a:stretch/>
          </p:blipFill>
          <p:spPr>
            <a:xfrm>
              <a:off x="1007091" y="2003043"/>
              <a:ext cx="3250492" cy="1425957"/>
            </a:xfrm>
            <a:prstGeom prst="rect">
              <a:avLst/>
            </a:prstGeom>
          </p:spPr>
        </p:pic>
        <p:grpSp>
          <p:nvGrpSpPr>
            <p:cNvPr id="34" name="내용 개체 틀 4">
              <a:extLst>
                <a:ext uri="{FF2B5EF4-FFF2-40B4-BE49-F238E27FC236}">
                  <a16:creationId xmlns:a16="http://schemas.microsoft.com/office/drawing/2014/main" id="{64627C5F-A45A-43E5-970B-3BFF01633733}"/>
                </a:ext>
              </a:extLst>
            </p:cNvPr>
            <p:cNvGrpSpPr/>
            <p:nvPr/>
          </p:nvGrpSpPr>
          <p:grpSpPr>
            <a:xfrm>
              <a:off x="1203040" y="3159177"/>
              <a:ext cx="2880000" cy="3600002"/>
              <a:chOff x="1132219" y="2169605"/>
              <a:chExt cx="2880000" cy="3600002"/>
            </a:xfrm>
            <a:solidFill>
              <a:schemeClr val="tx1"/>
            </a:solidFill>
          </p:grpSpPr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015DF842-7E35-4DB5-BEBD-89194528D23F}"/>
                  </a:ext>
                </a:extLst>
              </p:cNvPr>
              <p:cNvSpPr/>
              <p:nvPr/>
            </p:nvSpPr>
            <p:spPr>
              <a:xfrm>
                <a:off x="3219441" y="2715740"/>
                <a:ext cx="230400" cy="230400"/>
              </a:xfrm>
              <a:custGeom>
                <a:avLst/>
                <a:gdLst>
                  <a:gd name="connsiteX0" fmla="*/ 0 w 230400"/>
                  <a:gd name="connsiteY0" fmla="*/ 125683 h 230400"/>
                  <a:gd name="connsiteX1" fmla="*/ 125683 w 230400"/>
                  <a:gd name="connsiteY1" fmla="*/ 0 h 230400"/>
                  <a:gd name="connsiteX2" fmla="*/ 251366 w 230400"/>
                  <a:gd name="connsiteY2" fmla="*/ 125683 h 230400"/>
                  <a:gd name="connsiteX3" fmla="*/ 125683 w 230400"/>
                  <a:gd name="connsiteY3" fmla="*/ 251367 h 230400"/>
                  <a:gd name="connsiteX4" fmla="*/ 0 w 230400"/>
                  <a:gd name="connsiteY4" fmla="*/ 125683 h 2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0400" h="230400">
                    <a:moveTo>
                      <a:pt x="0" y="125683"/>
                    </a:moveTo>
                    <a:cubicBezTo>
                      <a:pt x="0" y="56563"/>
                      <a:pt x="56563" y="0"/>
                      <a:pt x="125683" y="0"/>
                    </a:cubicBezTo>
                    <a:cubicBezTo>
                      <a:pt x="194803" y="0"/>
                      <a:pt x="251366" y="56563"/>
                      <a:pt x="251366" y="125683"/>
                    </a:cubicBezTo>
                    <a:cubicBezTo>
                      <a:pt x="251366" y="196387"/>
                      <a:pt x="194803" y="251367"/>
                      <a:pt x="125683" y="251367"/>
                    </a:cubicBezTo>
                    <a:cubicBezTo>
                      <a:pt x="56563" y="251367"/>
                      <a:pt x="0" y="196387"/>
                      <a:pt x="0" y="125683"/>
                    </a:cubicBezTo>
                    <a:close/>
                  </a:path>
                </a:pathLst>
              </a:custGeom>
              <a:grpFill/>
              <a:ln w="287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60FF1401-0D4D-4CA5-AF65-DBF23BD54FC6}"/>
                  </a:ext>
                </a:extLst>
              </p:cNvPr>
              <p:cNvSpPr/>
              <p:nvPr/>
            </p:nvSpPr>
            <p:spPr>
              <a:xfrm>
                <a:off x="1276219" y="2313605"/>
                <a:ext cx="2592000" cy="2592002"/>
              </a:xfrm>
              <a:custGeom>
                <a:avLst/>
                <a:gdLst>
                  <a:gd name="connsiteX0" fmla="*/ 2068877 w 2592000"/>
                  <a:gd name="connsiteY0" fmla="*/ 235642 h 2592001"/>
                  <a:gd name="connsiteX1" fmla="*/ 1863101 w 2592000"/>
                  <a:gd name="connsiteY1" fmla="*/ 323626 h 2592001"/>
                  <a:gd name="connsiteX2" fmla="*/ 1781424 w 2592000"/>
                  <a:gd name="connsiteY2" fmla="*/ 523124 h 2592001"/>
                  <a:gd name="connsiteX3" fmla="*/ 1812845 w 2592000"/>
                  <a:gd name="connsiteY3" fmla="*/ 651946 h 2592001"/>
                  <a:gd name="connsiteX4" fmla="*/ 2068906 w 2592000"/>
                  <a:gd name="connsiteY4" fmla="*/ 1164068 h 2592001"/>
                  <a:gd name="connsiteX5" fmla="*/ 2324966 w 2592000"/>
                  <a:gd name="connsiteY5" fmla="*/ 651946 h 2592001"/>
                  <a:gd name="connsiteX6" fmla="*/ 2356387 w 2592000"/>
                  <a:gd name="connsiteY6" fmla="*/ 523124 h 2592001"/>
                  <a:gd name="connsiteX7" fmla="*/ 2274711 w 2592000"/>
                  <a:gd name="connsiteY7" fmla="*/ 323626 h 2592001"/>
                  <a:gd name="connsiteX8" fmla="*/ 2068877 w 2592000"/>
                  <a:gd name="connsiteY8" fmla="*/ 235642 h 2592001"/>
                  <a:gd name="connsiteX9" fmla="*/ 2502461 w 2592000"/>
                  <a:gd name="connsiteY9" fmla="*/ 824717 h 2592001"/>
                  <a:gd name="connsiteX10" fmla="*/ 2592000 w 2592000"/>
                  <a:gd name="connsiteY10" fmla="*/ 1296001 h 2592001"/>
                  <a:gd name="connsiteX11" fmla="*/ 1296000 w 2592000"/>
                  <a:gd name="connsiteY11" fmla="*/ 2592002 h 2592001"/>
                  <a:gd name="connsiteX12" fmla="*/ 0 w 2592000"/>
                  <a:gd name="connsiteY12" fmla="*/ 1296001 h 2592001"/>
                  <a:gd name="connsiteX13" fmla="*/ 1296000 w 2592000"/>
                  <a:gd name="connsiteY13" fmla="*/ 0 h 2592001"/>
                  <a:gd name="connsiteX14" fmla="*/ 1771978 w 2592000"/>
                  <a:gd name="connsiteY14" fmla="*/ 91123 h 2592001"/>
                  <a:gd name="connsiteX15" fmla="*/ 2068877 w 2592000"/>
                  <a:gd name="connsiteY15" fmla="*/ 0 h 2592001"/>
                  <a:gd name="connsiteX16" fmla="*/ 2444314 w 2592000"/>
                  <a:gd name="connsiteY16" fmla="*/ 158659 h 2592001"/>
                  <a:gd name="connsiteX17" fmla="*/ 2591971 w 2592000"/>
                  <a:gd name="connsiteY17" fmla="*/ 523124 h 2592001"/>
                  <a:gd name="connsiteX18" fmla="*/ 2535408 w 2592000"/>
                  <a:gd name="connsiteY18" fmla="*/ 757181 h 2592001"/>
                  <a:gd name="connsiteX19" fmla="*/ 2502461 w 2592000"/>
                  <a:gd name="connsiteY19" fmla="*/ 824717 h 2592001"/>
                  <a:gd name="connsiteX20" fmla="*/ 925258 w 2592000"/>
                  <a:gd name="connsiteY20" fmla="*/ 1768840 h 2592001"/>
                  <a:gd name="connsiteX21" fmla="*/ 926842 w 2592000"/>
                  <a:gd name="connsiteY21" fmla="*/ 1762561 h 2592001"/>
                  <a:gd name="connsiteX22" fmla="*/ 856138 w 2592000"/>
                  <a:gd name="connsiteY22" fmla="*/ 1693441 h 2592001"/>
                  <a:gd name="connsiteX23" fmla="*/ 768154 w 2592000"/>
                  <a:gd name="connsiteY23" fmla="*/ 1693441 h 2592001"/>
                  <a:gd name="connsiteX24" fmla="*/ 538790 w 2592000"/>
                  <a:gd name="connsiteY24" fmla="*/ 1589761 h 2592001"/>
                  <a:gd name="connsiteX25" fmla="*/ 488534 w 2592000"/>
                  <a:gd name="connsiteY25" fmla="*/ 1566203 h 2592001"/>
                  <a:gd name="connsiteX26" fmla="*/ 425693 w 2592000"/>
                  <a:gd name="connsiteY26" fmla="*/ 1607041 h 2592001"/>
                  <a:gd name="connsiteX27" fmla="*/ 350294 w 2592000"/>
                  <a:gd name="connsiteY27" fmla="*/ 1775118 h 2592001"/>
                  <a:gd name="connsiteX28" fmla="*/ 546653 w 2592000"/>
                  <a:gd name="connsiteY28" fmla="*/ 2046875 h 2592001"/>
                  <a:gd name="connsiteX29" fmla="*/ 656611 w 2592000"/>
                  <a:gd name="connsiteY29" fmla="*/ 2141138 h 2592001"/>
                  <a:gd name="connsiteX30" fmla="*/ 805853 w 2592000"/>
                  <a:gd name="connsiteY30" fmla="*/ 2051598 h 2592001"/>
                  <a:gd name="connsiteX31" fmla="*/ 914256 w 2592000"/>
                  <a:gd name="connsiteY31" fmla="*/ 1880382 h 2592001"/>
                  <a:gd name="connsiteX32" fmla="*/ 925258 w 2592000"/>
                  <a:gd name="connsiteY32" fmla="*/ 1768840 h 2592001"/>
                  <a:gd name="connsiteX33" fmla="*/ 1296000 w 2592000"/>
                  <a:gd name="connsiteY33" fmla="*/ 235642 h 2592001"/>
                  <a:gd name="connsiteX34" fmla="*/ 546682 w 2592000"/>
                  <a:gd name="connsiteY34" fmla="*/ 546682 h 2592001"/>
                  <a:gd name="connsiteX35" fmla="*/ 529402 w 2592000"/>
                  <a:gd name="connsiteY35" fmla="*/ 565546 h 2592001"/>
                  <a:gd name="connsiteX36" fmla="*/ 568685 w 2592000"/>
                  <a:gd name="connsiteY36" fmla="*/ 711648 h 2592001"/>
                  <a:gd name="connsiteX37" fmla="*/ 568685 w 2592000"/>
                  <a:gd name="connsiteY37" fmla="*/ 713232 h 2592001"/>
                  <a:gd name="connsiteX38" fmla="*/ 595382 w 2592000"/>
                  <a:gd name="connsiteY38" fmla="*/ 732097 h 2592001"/>
                  <a:gd name="connsiteX39" fmla="*/ 780739 w 2592000"/>
                  <a:gd name="connsiteY39" fmla="*/ 732097 h 2592001"/>
                  <a:gd name="connsiteX40" fmla="*/ 804298 w 2592000"/>
                  <a:gd name="connsiteY40" fmla="*/ 716401 h 2592001"/>
                  <a:gd name="connsiteX41" fmla="*/ 865555 w 2592000"/>
                  <a:gd name="connsiteY41" fmla="*/ 598580 h 2592001"/>
                  <a:gd name="connsiteX42" fmla="*/ 1098058 w 2592000"/>
                  <a:gd name="connsiteY42" fmla="*/ 458756 h 2592001"/>
                  <a:gd name="connsiteX43" fmla="*/ 1247299 w 2592000"/>
                  <a:gd name="connsiteY43" fmla="*/ 504317 h 2592001"/>
                  <a:gd name="connsiteX44" fmla="*/ 1248883 w 2592000"/>
                  <a:gd name="connsiteY44" fmla="*/ 505901 h 2592001"/>
                  <a:gd name="connsiteX45" fmla="*/ 1336867 w 2592000"/>
                  <a:gd name="connsiteY45" fmla="*/ 564020 h 2592001"/>
                  <a:gd name="connsiteX46" fmla="*/ 1338451 w 2592000"/>
                  <a:gd name="connsiteY46" fmla="*/ 565604 h 2592001"/>
                  <a:gd name="connsiteX47" fmla="*/ 1449994 w 2592000"/>
                  <a:gd name="connsiteY47" fmla="*/ 780826 h 2592001"/>
                  <a:gd name="connsiteX48" fmla="*/ 1393430 w 2592000"/>
                  <a:gd name="connsiteY48" fmla="*/ 944209 h 2592001"/>
                  <a:gd name="connsiteX49" fmla="*/ 1391846 w 2592000"/>
                  <a:gd name="connsiteY49" fmla="*/ 947348 h 2592001"/>
                  <a:gd name="connsiteX50" fmla="*/ 1387123 w 2592000"/>
                  <a:gd name="connsiteY50" fmla="*/ 963044 h 2592001"/>
                  <a:gd name="connsiteX51" fmla="*/ 1401264 w 2592000"/>
                  <a:gd name="connsiteY51" fmla="*/ 989742 h 2592001"/>
                  <a:gd name="connsiteX52" fmla="*/ 1544227 w 2592000"/>
                  <a:gd name="connsiteY52" fmla="*/ 1066724 h 2592001"/>
                  <a:gd name="connsiteX53" fmla="*/ 1545811 w 2592000"/>
                  <a:gd name="connsiteY53" fmla="*/ 1068308 h 2592001"/>
                  <a:gd name="connsiteX54" fmla="*/ 1679328 w 2592000"/>
                  <a:gd name="connsiteY54" fmla="*/ 1248971 h 2592001"/>
                  <a:gd name="connsiteX55" fmla="*/ 1748448 w 2592000"/>
                  <a:gd name="connsiteY55" fmla="*/ 1591432 h 2592001"/>
                  <a:gd name="connsiteX56" fmla="*/ 1757866 w 2592000"/>
                  <a:gd name="connsiteY56" fmla="*/ 1607128 h 2592001"/>
                  <a:gd name="connsiteX57" fmla="*/ 1776730 w 2592000"/>
                  <a:gd name="connsiteY57" fmla="*/ 1613406 h 2592001"/>
                  <a:gd name="connsiteX58" fmla="*/ 1792426 w 2592000"/>
                  <a:gd name="connsiteY58" fmla="*/ 1607128 h 2592001"/>
                  <a:gd name="connsiteX59" fmla="*/ 1794010 w 2592000"/>
                  <a:gd name="connsiteY59" fmla="*/ 1607128 h 2592001"/>
                  <a:gd name="connsiteX60" fmla="*/ 1842711 w 2592000"/>
                  <a:gd name="connsiteY60" fmla="*/ 1552148 h 2592001"/>
                  <a:gd name="connsiteX61" fmla="*/ 2009232 w 2592000"/>
                  <a:gd name="connsiteY61" fmla="*/ 1544286 h 2592001"/>
                  <a:gd name="connsiteX62" fmla="*/ 2017095 w 2592000"/>
                  <a:gd name="connsiteY62" fmla="*/ 1710808 h 2592001"/>
                  <a:gd name="connsiteX63" fmla="*/ 1960531 w 2592000"/>
                  <a:gd name="connsiteY63" fmla="*/ 1773649 h 2592001"/>
                  <a:gd name="connsiteX64" fmla="*/ 1952640 w 2592000"/>
                  <a:gd name="connsiteY64" fmla="*/ 1779841 h 2592001"/>
                  <a:gd name="connsiteX65" fmla="*/ 1776701 w 2592000"/>
                  <a:gd name="connsiteY65" fmla="*/ 1848961 h 2592001"/>
                  <a:gd name="connsiteX66" fmla="*/ 1613319 w 2592000"/>
                  <a:gd name="connsiteY66" fmla="*/ 1793982 h 2592001"/>
                  <a:gd name="connsiteX67" fmla="*/ 1517501 w 2592000"/>
                  <a:gd name="connsiteY67" fmla="*/ 1636878 h 2592001"/>
                  <a:gd name="connsiteX68" fmla="*/ 1448381 w 2592000"/>
                  <a:gd name="connsiteY68" fmla="*/ 1294417 h 2592001"/>
                  <a:gd name="connsiteX69" fmla="*/ 1435824 w 2592000"/>
                  <a:gd name="connsiteY69" fmla="*/ 1275553 h 2592001"/>
                  <a:gd name="connsiteX70" fmla="*/ 1434240 w 2592000"/>
                  <a:gd name="connsiteY70" fmla="*/ 1275553 h 2592001"/>
                  <a:gd name="connsiteX71" fmla="*/ 1288138 w 2592000"/>
                  <a:gd name="connsiteY71" fmla="*/ 1197015 h 2592001"/>
                  <a:gd name="connsiteX72" fmla="*/ 1288138 w 2592000"/>
                  <a:gd name="connsiteY72" fmla="*/ 1195431 h 2592001"/>
                  <a:gd name="connsiteX73" fmla="*/ 1151482 w 2592000"/>
                  <a:gd name="connsiteY73" fmla="*/ 962929 h 2592001"/>
                  <a:gd name="connsiteX74" fmla="*/ 1204906 w 2592000"/>
                  <a:gd name="connsiteY74" fmla="*/ 802685 h 2592001"/>
                  <a:gd name="connsiteX75" fmla="*/ 1208045 w 2592000"/>
                  <a:gd name="connsiteY75" fmla="*/ 799546 h 2592001"/>
                  <a:gd name="connsiteX76" fmla="*/ 1214323 w 2592000"/>
                  <a:gd name="connsiteY76" fmla="*/ 780682 h 2592001"/>
                  <a:gd name="connsiteX77" fmla="*/ 1204877 w 2592000"/>
                  <a:gd name="connsiteY77" fmla="*/ 760321 h 2592001"/>
                  <a:gd name="connsiteX78" fmla="*/ 1203293 w 2592000"/>
                  <a:gd name="connsiteY78" fmla="*/ 758737 h 2592001"/>
                  <a:gd name="connsiteX79" fmla="*/ 1115309 w 2592000"/>
                  <a:gd name="connsiteY79" fmla="*/ 699034 h 2592001"/>
                  <a:gd name="connsiteX80" fmla="*/ 1113725 w 2592000"/>
                  <a:gd name="connsiteY80" fmla="*/ 699034 h 2592001"/>
                  <a:gd name="connsiteX81" fmla="*/ 1098029 w 2592000"/>
                  <a:gd name="connsiteY81" fmla="*/ 694311 h 2592001"/>
                  <a:gd name="connsiteX82" fmla="*/ 1076026 w 2592000"/>
                  <a:gd name="connsiteY82" fmla="*/ 706868 h 2592001"/>
                  <a:gd name="connsiteX83" fmla="*/ 1074499 w 2592000"/>
                  <a:gd name="connsiteY83" fmla="*/ 708481 h 2592001"/>
                  <a:gd name="connsiteX84" fmla="*/ 1013242 w 2592000"/>
                  <a:gd name="connsiteY84" fmla="*/ 826301 h 2592001"/>
                  <a:gd name="connsiteX85" fmla="*/ 1013242 w 2592000"/>
                  <a:gd name="connsiteY85" fmla="*/ 827885 h 2592001"/>
                  <a:gd name="connsiteX86" fmla="*/ 780739 w 2592000"/>
                  <a:gd name="connsiteY86" fmla="*/ 967710 h 2592001"/>
                  <a:gd name="connsiteX87" fmla="*/ 595382 w 2592000"/>
                  <a:gd name="connsiteY87" fmla="*/ 967710 h 2592001"/>
                  <a:gd name="connsiteX88" fmla="*/ 353462 w 2592000"/>
                  <a:gd name="connsiteY88" fmla="*/ 810605 h 2592001"/>
                  <a:gd name="connsiteX89" fmla="*/ 235642 w 2592000"/>
                  <a:gd name="connsiteY89" fmla="*/ 1296001 h 2592001"/>
                  <a:gd name="connsiteX90" fmla="*/ 248198 w 2592000"/>
                  <a:gd name="connsiteY90" fmla="*/ 1449937 h 2592001"/>
                  <a:gd name="connsiteX91" fmla="*/ 488534 w 2592000"/>
                  <a:gd name="connsiteY91" fmla="*/ 1330561 h 2592001"/>
                  <a:gd name="connsiteX92" fmla="*/ 716314 w 2592000"/>
                  <a:gd name="connsiteY92" fmla="*/ 1434241 h 2592001"/>
                  <a:gd name="connsiteX93" fmla="*/ 768154 w 2592000"/>
                  <a:gd name="connsiteY93" fmla="*/ 1457799 h 2592001"/>
                  <a:gd name="connsiteX94" fmla="*/ 856138 w 2592000"/>
                  <a:gd name="connsiteY94" fmla="*/ 1457799 h 2592001"/>
                  <a:gd name="connsiteX95" fmla="*/ 1162454 w 2592000"/>
                  <a:gd name="connsiteY95" fmla="*/ 1762561 h 2592001"/>
                  <a:gd name="connsiteX96" fmla="*/ 1160870 w 2592000"/>
                  <a:gd name="connsiteY96" fmla="*/ 1792398 h 2592001"/>
                  <a:gd name="connsiteX97" fmla="*/ 1160870 w 2592000"/>
                  <a:gd name="connsiteY97" fmla="*/ 1793982 h 2592001"/>
                  <a:gd name="connsiteX98" fmla="*/ 1148314 w 2592000"/>
                  <a:gd name="connsiteY98" fmla="*/ 1903941 h 2592001"/>
                  <a:gd name="connsiteX99" fmla="*/ 926813 w 2592000"/>
                  <a:gd name="connsiteY99" fmla="*/ 2254264 h 2592001"/>
                  <a:gd name="connsiteX100" fmla="*/ 890669 w 2592000"/>
                  <a:gd name="connsiteY100" fmla="*/ 2276267 h 2592001"/>
                  <a:gd name="connsiteX101" fmla="*/ 1295971 w 2592000"/>
                  <a:gd name="connsiteY101" fmla="*/ 2356389 h 2592001"/>
                  <a:gd name="connsiteX102" fmla="*/ 2045290 w 2592000"/>
                  <a:gd name="connsiteY102" fmla="*/ 2046933 h 2592001"/>
                  <a:gd name="connsiteX103" fmla="*/ 2356330 w 2592000"/>
                  <a:gd name="connsiteY103" fmla="*/ 1296030 h 2592001"/>
                  <a:gd name="connsiteX104" fmla="*/ 2343773 w 2592000"/>
                  <a:gd name="connsiteY104" fmla="*/ 1140510 h 2592001"/>
                  <a:gd name="connsiteX105" fmla="*/ 2251095 w 2592000"/>
                  <a:gd name="connsiteY105" fmla="*/ 1324311 h 2592001"/>
                  <a:gd name="connsiteX106" fmla="*/ 2068877 w 2592000"/>
                  <a:gd name="connsiteY106" fmla="*/ 1437409 h 2592001"/>
                  <a:gd name="connsiteX107" fmla="*/ 1885075 w 2592000"/>
                  <a:gd name="connsiteY107" fmla="*/ 1324311 h 2592001"/>
                  <a:gd name="connsiteX108" fmla="*/ 1600733 w 2592000"/>
                  <a:gd name="connsiteY108" fmla="*/ 757210 h 2592001"/>
                  <a:gd name="connsiteX109" fmla="*/ 1545754 w 2592000"/>
                  <a:gd name="connsiteY109" fmla="*/ 523152 h 2592001"/>
                  <a:gd name="connsiteX110" fmla="*/ 1603872 w 2592000"/>
                  <a:gd name="connsiteY110" fmla="*/ 281232 h 2592001"/>
                  <a:gd name="connsiteX111" fmla="*/ 1296000 w 2592000"/>
                  <a:gd name="connsiteY111" fmla="*/ 235642 h 259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2592000" h="2592001">
                    <a:moveTo>
                      <a:pt x="2068877" y="235642"/>
                    </a:moveTo>
                    <a:cubicBezTo>
                      <a:pt x="1984061" y="237226"/>
                      <a:pt x="1914941" y="270202"/>
                      <a:pt x="1863101" y="323626"/>
                    </a:cubicBezTo>
                    <a:cubicBezTo>
                      <a:pt x="1811261" y="375466"/>
                      <a:pt x="1781424" y="449309"/>
                      <a:pt x="1781424" y="523124"/>
                    </a:cubicBezTo>
                    <a:cubicBezTo>
                      <a:pt x="1781424" y="565546"/>
                      <a:pt x="1790842" y="607940"/>
                      <a:pt x="1812845" y="651946"/>
                    </a:cubicBezTo>
                    <a:lnTo>
                      <a:pt x="2068906" y="1164068"/>
                    </a:lnTo>
                    <a:lnTo>
                      <a:pt x="2324966" y="651946"/>
                    </a:lnTo>
                    <a:cubicBezTo>
                      <a:pt x="2346970" y="607968"/>
                      <a:pt x="2356387" y="565546"/>
                      <a:pt x="2356387" y="523124"/>
                    </a:cubicBezTo>
                    <a:cubicBezTo>
                      <a:pt x="2356387" y="449280"/>
                      <a:pt x="2324966" y="375466"/>
                      <a:pt x="2274711" y="323626"/>
                    </a:cubicBezTo>
                    <a:cubicBezTo>
                      <a:pt x="2222842" y="270202"/>
                      <a:pt x="2153722" y="237197"/>
                      <a:pt x="2068877" y="235642"/>
                    </a:cubicBezTo>
                    <a:close/>
                    <a:moveTo>
                      <a:pt x="2502461" y="824717"/>
                    </a:moveTo>
                    <a:cubicBezTo>
                      <a:pt x="2560579" y="969265"/>
                      <a:pt x="2592000" y="1129479"/>
                      <a:pt x="2592000" y="1296001"/>
                    </a:cubicBezTo>
                    <a:cubicBezTo>
                      <a:pt x="2592000" y="2012344"/>
                      <a:pt x="2010758" y="2592002"/>
                      <a:pt x="1296000" y="2592002"/>
                    </a:cubicBezTo>
                    <a:cubicBezTo>
                      <a:pt x="579658" y="2592002"/>
                      <a:pt x="0" y="2012344"/>
                      <a:pt x="0" y="1296001"/>
                    </a:cubicBezTo>
                    <a:cubicBezTo>
                      <a:pt x="0" y="579658"/>
                      <a:pt x="579658" y="0"/>
                      <a:pt x="1296000" y="0"/>
                    </a:cubicBezTo>
                    <a:cubicBezTo>
                      <a:pt x="1464077" y="0"/>
                      <a:pt x="1625904" y="32976"/>
                      <a:pt x="1771978" y="91123"/>
                    </a:cubicBezTo>
                    <a:cubicBezTo>
                      <a:pt x="1855238" y="34560"/>
                      <a:pt x="1955779" y="0"/>
                      <a:pt x="2068877" y="0"/>
                    </a:cubicBezTo>
                    <a:cubicBezTo>
                      <a:pt x="2218118" y="0"/>
                      <a:pt x="2351635" y="62842"/>
                      <a:pt x="2444314" y="158659"/>
                    </a:cubicBezTo>
                    <a:cubicBezTo>
                      <a:pt x="2536992" y="256061"/>
                      <a:pt x="2590416" y="384883"/>
                      <a:pt x="2591971" y="523124"/>
                    </a:cubicBezTo>
                    <a:cubicBezTo>
                      <a:pt x="2591971" y="601661"/>
                      <a:pt x="2573107" y="681783"/>
                      <a:pt x="2535408" y="757181"/>
                    </a:cubicBezTo>
                    <a:lnTo>
                      <a:pt x="2502461" y="824717"/>
                    </a:lnTo>
                    <a:close/>
                    <a:moveTo>
                      <a:pt x="925258" y="1768840"/>
                    </a:moveTo>
                    <a:lnTo>
                      <a:pt x="926842" y="1762561"/>
                    </a:lnTo>
                    <a:cubicBezTo>
                      <a:pt x="925258" y="1724862"/>
                      <a:pt x="895421" y="1693441"/>
                      <a:pt x="856138" y="1693441"/>
                    </a:cubicBezTo>
                    <a:lnTo>
                      <a:pt x="768154" y="1693441"/>
                    </a:lnTo>
                    <a:cubicBezTo>
                      <a:pt x="681754" y="1693441"/>
                      <a:pt x="598493" y="1657297"/>
                      <a:pt x="538790" y="1589761"/>
                    </a:cubicBezTo>
                    <a:cubicBezTo>
                      <a:pt x="523094" y="1572481"/>
                      <a:pt x="508954" y="1566203"/>
                      <a:pt x="488534" y="1566203"/>
                    </a:cubicBezTo>
                    <a:cubicBezTo>
                      <a:pt x="464976" y="1566203"/>
                      <a:pt x="438278" y="1580344"/>
                      <a:pt x="425693" y="1607041"/>
                    </a:cubicBezTo>
                    <a:lnTo>
                      <a:pt x="350294" y="1775118"/>
                    </a:lnTo>
                    <a:cubicBezTo>
                      <a:pt x="400550" y="1875659"/>
                      <a:pt x="466531" y="1966782"/>
                      <a:pt x="546653" y="2046875"/>
                    </a:cubicBezTo>
                    <a:cubicBezTo>
                      <a:pt x="581213" y="2081435"/>
                      <a:pt x="617357" y="2112856"/>
                      <a:pt x="656611" y="2141138"/>
                    </a:cubicBezTo>
                    <a:lnTo>
                      <a:pt x="805853" y="2051598"/>
                    </a:lnTo>
                    <a:cubicBezTo>
                      <a:pt x="867110" y="2015454"/>
                      <a:pt x="907949" y="1951057"/>
                      <a:pt x="914256" y="1880382"/>
                    </a:cubicBezTo>
                    <a:lnTo>
                      <a:pt x="925258" y="1768840"/>
                    </a:lnTo>
                    <a:close/>
                    <a:moveTo>
                      <a:pt x="1296000" y="235642"/>
                    </a:moveTo>
                    <a:cubicBezTo>
                      <a:pt x="1002240" y="235642"/>
                      <a:pt x="738317" y="355018"/>
                      <a:pt x="546682" y="546682"/>
                    </a:cubicBezTo>
                    <a:cubicBezTo>
                      <a:pt x="540403" y="552960"/>
                      <a:pt x="534125" y="559239"/>
                      <a:pt x="529402" y="565546"/>
                    </a:cubicBezTo>
                    <a:lnTo>
                      <a:pt x="568685" y="711648"/>
                    </a:lnTo>
                    <a:lnTo>
                      <a:pt x="568685" y="713232"/>
                    </a:lnTo>
                    <a:cubicBezTo>
                      <a:pt x="570269" y="721095"/>
                      <a:pt x="579686" y="730513"/>
                      <a:pt x="595382" y="732097"/>
                    </a:cubicBezTo>
                    <a:lnTo>
                      <a:pt x="780739" y="732097"/>
                    </a:lnTo>
                    <a:lnTo>
                      <a:pt x="804298" y="716401"/>
                    </a:lnTo>
                    <a:lnTo>
                      <a:pt x="865555" y="598580"/>
                    </a:lnTo>
                    <a:cubicBezTo>
                      <a:pt x="914256" y="509040"/>
                      <a:pt x="1005379" y="457200"/>
                      <a:pt x="1098058" y="458756"/>
                    </a:cubicBezTo>
                    <a:cubicBezTo>
                      <a:pt x="1149898" y="458756"/>
                      <a:pt x="1201738" y="472896"/>
                      <a:pt x="1247299" y="504317"/>
                    </a:cubicBezTo>
                    <a:lnTo>
                      <a:pt x="1248883" y="505901"/>
                    </a:lnTo>
                    <a:lnTo>
                      <a:pt x="1336867" y="564020"/>
                    </a:lnTo>
                    <a:lnTo>
                      <a:pt x="1338451" y="565604"/>
                    </a:lnTo>
                    <a:cubicBezTo>
                      <a:pt x="1412294" y="617444"/>
                      <a:pt x="1449994" y="699120"/>
                      <a:pt x="1449994" y="780826"/>
                    </a:cubicBezTo>
                    <a:cubicBezTo>
                      <a:pt x="1449994" y="837389"/>
                      <a:pt x="1431130" y="895508"/>
                      <a:pt x="1393430" y="944209"/>
                    </a:cubicBezTo>
                    <a:lnTo>
                      <a:pt x="1391846" y="947348"/>
                    </a:lnTo>
                    <a:lnTo>
                      <a:pt x="1387123" y="963044"/>
                    </a:lnTo>
                    <a:lnTo>
                      <a:pt x="1401264" y="989742"/>
                    </a:lnTo>
                    <a:lnTo>
                      <a:pt x="1544227" y="1066724"/>
                    </a:lnTo>
                    <a:cubicBezTo>
                      <a:pt x="1544227" y="1066724"/>
                      <a:pt x="1545811" y="1066724"/>
                      <a:pt x="1545811" y="1068308"/>
                    </a:cubicBezTo>
                    <a:cubicBezTo>
                      <a:pt x="1616515" y="1106007"/>
                      <a:pt x="1665187" y="1173572"/>
                      <a:pt x="1679328" y="1248971"/>
                    </a:cubicBezTo>
                    <a:lnTo>
                      <a:pt x="1748448" y="1591432"/>
                    </a:lnTo>
                    <a:lnTo>
                      <a:pt x="1757866" y="1607128"/>
                    </a:lnTo>
                    <a:lnTo>
                      <a:pt x="1776730" y="1613406"/>
                    </a:lnTo>
                    <a:lnTo>
                      <a:pt x="1792426" y="1607128"/>
                    </a:lnTo>
                    <a:lnTo>
                      <a:pt x="1794010" y="1607128"/>
                    </a:lnTo>
                    <a:lnTo>
                      <a:pt x="1842711" y="1552148"/>
                    </a:lnTo>
                    <a:cubicBezTo>
                      <a:pt x="1886688" y="1505031"/>
                      <a:pt x="1960531" y="1500308"/>
                      <a:pt x="2009232" y="1544286"/>
                    </a:cubicBezTo>
                    <a:cubicBezTo>
                      <a:pt x="2056349" y="1588264"/>
                      <a:pt x="2059488" y="1663662"/>
                      <a:pt x="2017095" y="1710808"/>
                    </a:cubicBezTo>
                    <a:lnTo>
                      <a:pt x="1960531" y="1773649"/>
                    </a:lnTo>
                    <a:lnTo>
                      <a:pt x="1952640" y="1779841"/>
                    </a:lnTo>
                    <a:cubicBezTo>
                      <a:pt x="1902384" y="1826958"/>
                      <a:pt x="1837958" y="1848961"/>
                      <a:pt x="1776701" y="1848961"/>
                    </a:cubicBezTo>
                    <a:cubicBezTo>
                      <a:pt x="1716998" y="1848961"/>
                      <a:pt x="1660464" y="1830097"/>
                      <a:pt x="1613319" y="1793982"/>
                    </a:cubicBezTo>
                    <a:cubicBezTo>
                      <a:pt x="1566173" y="1757867"/>
                      <a:pt x="1530058" y="1702859"/>
                      <a:pt x="1517501" y="1636878"/>
                    </a:cubicBezTo>
                    <a:lnTo>
                      <a:pt x="1448381" y="1294417"/>
                    </a:lnTo>
                    <a:lnTo>
                      <a:pt x="1435824" y="1275553"/>
                    </a:lnTo>
                    <a:lnTo>
                      <a:pt x="1434240" y="1275553"/>
                    </a:lnTo>
                    <a:lnTo>
                      <a:pt x="1288138" y="1197015"/>
                    </a:lnTo>
                    <a:lnTo>
                      <a:pt x="1288138" y="1195431"/>
                    </a:lnTo>
                    <a:cubicBezTo>
                      <a:pt x="1197014" y="1145175"/>
                      <a:pt x="1151482" y="1052468"/>
                      <a:pt x="1151482" y="962929"/>
                    </a:cubicBezTo>
                    <a:cubicBezTo>
                      <a:pt x="1151482" y="904810"/>
                      <a:pt x="1170346" y="848247"/>
                      <a:pt x="1204906" y="802685"/>
                    </a:cubicBezTo>
                    <a:lnTo>
                      <a:pt x="1208045" y="799546"/>
                    </a:lnTo>
                    <a:lnTo>
                      <a:pt x="1214323" y="780682"/>
                    </a:lnTo>
                    <a:lnTo>
                      <a:pt x="1204877" y="760321"/>
                    </a:lnTo>
                    <a:lnTo>
                      <a:pt x="1203293" y="758737"/>
                    </a:lnTo>
                    <a:lnTo>
                      <a:pt x="1115309" y="699034"/>
                    </a:lnTo>
                    <a:lnTo>
                      <a:pt x="1113725" y="699034"/>
                    </a:lnTo>
                    <a:lnTo>
                      <a:pt x="1098029" y="694311"/>
                    </a:lnTo>
                    <a:lnTo>
                      <a:pt x="1076026" y="706868"/>
                    </a:lnTo>
                    <a:lnTo>
                      <a:pt x="1074499" y="708481"/>
                    </a:lnTo>
                    <a:lnTo>
                      <a:pt x="1013242" y="826301"/>
                    </a:lnTo>
                    <a:lnTo>
                      <a:pt x="1013242" y="827885"/>
                    </a:lnTo>
                    <a:cubicBezTo>
                      <a:pt x="966125" y="914285"/>
                      <a:pt x="876586" y="967710"/>
                      <a:pt x="780739" y="967710"/>
                    </a:cubicBezTo>
                    <a:lnTo>
                      <a:pt x="595382" y="967710"/>
                    </a:lnTo>
                    <a:cubicBezTo>
                      <a:pt x="490118" y="967710"/>
                      <a:pt x="395885" y="906452"/>
                      <a:pt x="353462" y="810605"/>
                    </a:cubicBezTo>
                    <a:cubicBezTo>
                      <a:pt x="278064" y="955124"/>
                      <a:pt x="235642" y="1120062"/>
                      <a:pt x="235642" y="1296001"/>
                    </a:cubicBezTo>
                    <a:cubicBezTo>
                      <a:pt x="235642" y="1347841"/>
                      <a:pt x="238781" y="1399681"/>
                      <a:pt x="248198" y="1449937"/>
                    </a:cubicBezTo>
                    <a:cubicBezTo>
                      <a:pt x="306317" y="1372955"/>
                      <a:pt x="395856" y="1330561"/>
                      <a:pt x="488534" y="1330561"/>
                    </a:cubicBezTo>
                    <a:cubicBezTo>
                      <a:pt x="571795" y="1330561"/>
                      <a:pt x="656611" y="1366705"/>
                      <a:pt x="716314" y="1434241"/>
                    </a:cubicBezTo>
                    <a:cubicBezTo>
                      <a:pt x="728870" y="1449937"/>
                      <a:pt x="747734" y="1457799"/>
                      <a:pt x="768154" y="1457799"/>
                    </a:cubicBezTo>
                    <a:lnTo>
                      <a:pt x="856138" y="1457799"/>
                    </a:lnTo>
                    <a:cubicBezTo>
                      <a:pt x="1027354" y="1457799"/>
                      <a:pt x="1160899" y="1596040"/>
                      <a:pt x="1162454" y="1762561"/>
                    </a:cubicBezTo>
                    <a:lnTo>
                      <a:pt x="1160870" y="1792398"/>
                    </a:lnTo>
                    <a:lnTo>
                      <a:pt x="1160870" y="1793982"/>
                    </a:lnTo>
                    <a:lnTo>
                      <a:pt x="1148314" y="1903941"/>
                    </a:lnTo>
                    <a:cubicBezTo>
                      <a:pt x="1134173" y="2050043"/>
                      <a:pt x="1052496" y="2178837"/>
                      <a:pt x="926813" y="2254264"/>
                    </a:cubicBezTo>
                    <a:lnTo>
                      <a:pt x="890669" y="2276267"/>
                    </a:lnTo>
                    <a:cubicBezTo>
                      <a:pt x="1014768" y="2328107"/>
                      <a:pt x="1151453" y="2356389"/>
                      <a:pt x="1295971" y="2356389"/>
                    </a:cubicBezTo>
                    <a:cubicBezTo>
                      <a:pt x="1588147" y="2356389"/>
                      <a:pt x="1853654" y="2238568"/>
                      <a:pt x="2045290" y="2046933"/>
                    </a:cubicBezTo>
                    <a:cubicBezTo>
                      <a:pt x="2236954" y="1853713"/>
                      <a:pt x="2356330" y="1589790"/>
                      <a:pt x="2356330" y="1296030"/>
                    </a:cubicBezTo>
                    <a:cubicBezTo>
                      <a:pt x="2356330" y="1244190"/>
                      <a:pt x="2351607" y="1190766"/>
                      <a:pt x="2343773" y="1140510"/>
                    </a:cubicBezTo>
                    <a:lnTo>
                      <a:pt x="2251095" y="1324311"/>
                    </a:lnTo>
                    <a:cubicBezTo>
                      <a:pt x="2214950" y="1398155"/>
                      <a:pt x="2139552" y="1438993"/>
                      <a:pt x="2068877" y="1437409"/>
                    </a:cubicBezTo>
                    <a:cubicBezTo>
                      <a:pt x="1998173" y="1438993"/>
                      <a:pt x="1921219" y="1398126"/>
                      <a:pt x="1885075" y="1324311"/>
                    </a:cubicBezTo>
                    <a:lnTo>
                      <a:pt x="1600733" y="757210"/>
                    </a:lnTo>
                    <a:cubicBezTo>
                      <a:pt x="1563034" y="680228"/>
                      <a:pt x="1545754" y="600106"/>
                      <a:pt x="1545754" y="523152"/>
                    </a:cubicBezTo>
                    <a:cubicBezTo>
                      <a:pt x="1545754" y="436752"/>
                      <a:pt x="1566173" y="355075"/>
                      <a:pt x="1603872" y="281232"/>
                    </a:cubicBezTo>
                    <a:cubicBezTo>
                      <a:pt x="1508083" y="251338"/>
                      <a:pt x="1404403" y="235642"/>
                      <a:pt x="1296000" y="235642"/>
                    </a:cubicBezTo>
                    <a:close/>
                  </a:path>
                </a:pathLst>
              </a:custGeom>
              <a:grpFill/>
              <a:ln w="287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447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6F18575-DF32-406E-8E25-FE4E6B3775DD}"/>
              </a:ext>
            </a:extLst>
          </p:cNvPr>
          <p:cNvSpPr/>
          <p:nvPr/>
        </p:nvSpPr>
        <p:spPr>
          <a:xfrm>
            <a:off x="370167" y="2605177"/>
            <a:ext cx="5725833" cy="500332"/>
          </a:xfrm>
          <a:prstGeom prst="rect">
            <a:avLst/>
          </a:prstGeom>
          <a:solidFill>
            <a:srgbClr val="F45E5E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D793CE-7011-46A2-AD79-3D66EE49CF6F}"/>
              </a:ext>
            </a:extLst>
          </p:cNvPr>
          <p:cNvSpPr txBox="1"/>
          <p:nvPr/>
        </p:nvSpPr>
        <p:spPr>
          <a:xfrm>
            <a:off x="285849" y="647341"/>
            <a:ext cx="8600578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solidFill>
                  <a:srgbClr val="F45E5E"/>
                </a:soli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FinE,</a:t>
            </a:r>
          </a:p>
          <a:p>
            <a:endParaRPr lang="en-US" altLang="ko-KR" sz="4400" b="1" dirty="0">
              <a:latin typeface="+mn-ea"/>
            </a:endParaRPr>
          </a:p>
          <a:p>
            <a:r>
              <a:rPr lang="ko-KR" altLang="en-US" sz="4400" b="1" dirty="0">
                <a:latin typeface="+mn-ea"/>
              </a:rPr>
              <a:t>오프라인 쇼핑 플랫폼 </a:t>
            </a:r>
            <a:endParaRPr lang="en-US" altLang="ko-KR" sz="4400" b="1" dirty="0">
              <a:latin typeface="+mn-ea"/>
            </a:endParaRPr>
          </a:p>
          <a:p>
            <a:endParaRPr lang="ko-KR" altLang="en-US" sz="4800" b="1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BA3BCB1-3F0B-457E-A081-00A7F2D4273C}"/>
              </a:ext>
            </a:extLst>
          </p:cNvPr>
          <p:cNvGrpSpPr/>
          <p:nvPr/>
        </p:nvGrpSpPr>
        <p:grpSpPr>
          <a:xfrm>
            <a:off x="0" y="4292600"/>
            <a:ext cx="12192000" cy="3094204"/>
            <a:chOff x="0" y="4727233"/>
            <a:chExt cx="12192000" cy="309420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78801224-061B-41C3-B029-D5EC0D4E5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9040"/>
            <a:stretch/>
          </p:blipFill>
          <p:spPr>
            <a:xfrm>
              <a:off x="0" y="4727234"/>
              <a:ext cx="2505075" cy="3094203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999BEAFE-4DC5-4031-9A53-CFA434DA4F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41" r="16744"/>
            <a:stretch/>
          </p:blipFill>
          <p:spPr>
            <a:xfrm>
              <a:off x="2505075" y="4727234"/>
              <a:ext cx="2076652" cy="3094203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B7B87345-8D57-40A8-8528-ABFD5AD586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01" r="17418"/>
            <a:stretch/>
          </p:blipFill>
          <p:spPr>
            <a:xfrm>
              <a:off x="4467827" y="4727233"/>
              <a:ext cx="2066323" cy="3094203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CEBC371-FA02-40A7-9BC0-4E0557860A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08" r="14513"/>
            <a:stretch/>
          </p:blipFill>
          <p:spPr>
            <a:xfrm>
              <a:off x="6467676" y="4727233"/>
              <a:ext cx="2162176" cy="3094203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E031559D-68A0-4E82-B233-CF31E411A5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52" r="17333"/>
            <a:stretch/>
          </p:blipFill>
          <p:spPr>
            <a:xfrm>
              <a:off x="8486574" y="4727234"/>
              <a:ext cx="2076651" cy="3094203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2D2F1A8-D156-4B48-9B5C-B8FF65B978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47" r="29614"/>
            <a:stretch/>
          </p:blipFill>
          <p:spPr>
            <a:xfrm>
              <a:off x="10563225" y="4727233"/>
              <a:ext cx="1628775" cy="3094203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</p:spPr>
        </p:pic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5464BFD2-0E44-4CFC-AEA3-780A1C4CC7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068">
            <a:off x="6880647" y="643893"/>
            <a:ext cx="4180195" cy="6214107"/>
          </a:xfrm>
          <a:prstGeom prst="rect">
            <a:avLst/>
          </a:prstGeom>
          <a:scene3d>
            <a:camera prst="orthographicFront">
              <a:rot lat="20999999" lon="0" rev="0"/>
            </a:camera>
            <a:lightRig rig="threePt" dir="t"/>
          </a:scene3d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90BE9D2-F23F-4CB4-A156-6D3144BEB248}"/>
              </a:ext>
            </a:extLst>
          </p:cNvPr>
          <p:cNvSpPr txBox="1"/>
          <p:nvPr/>
        </p:nvSpPr>
        <p:spPr>
          <a:xfrm>
            <a:off x="285849" y="1801504"/>
            <a:ext cx="521513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+mn-ea"/>
              </a:rPr>
              <a:t>내 손 안의 패션 스트리트</a:t>
            </a:r>
            <a:r>
              <a:rPr lang="en-US" altLang="ko-KR" b="1" dirty="0">
                <a:latin typeface="+mn-ea"/>
              </a:rPr>
              <a:t>!</a:t>
            </a:r>
            <a:endParaRPr lang="en-US" altLang="ko-KR" sz="2000" b="1" dirty="0">
              <a:latin typeface="+mn-ea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2301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C76846F-E275-41C7-ADA7-103761C1F10A}"/>
              </a:ext>
            </a:extLst>
          </p:cNvPr>
          <p:cNvSpPr/>
          <p:nvPr/>
        </p:nvSpPr>
        <p:spPr>
          <a:xfrm>
            <a:off x="0" y="253406"/>
            <a:ext cx="12192000" cy="1892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D202B-5ADA-4DF2-B930-0F93AAE8F442}"/>
              </a:ext>
            </a:extLst>
          </p:cNvPr>
          <p:cNvSpPr txBox="1"/>
          <p:nvPr/>
        </p:nvSpPr>
        <p:spPr>
          <a:xfrm>
            <a:off x="558800" y="515795"/>
            <a:ext cx="246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FinE</a:t>
            </a:r>
          </a:p>
          <a:p>
            <a:r>
              <a:rPr lang="ko-KR" altLang="en-US" sz="2400" dirty="0"/>
              <a:t>서비스 </a:t>
            </a:r>
            <a:r>
              <a:rPr lang="en-US" altLang="ko-KR" sz="2400" dirty="0"/>
              <a:t>preview</a:t>
            </a:r>
            <a:endParaRPr lang="ko-KR" altLang="en-US" sz="2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1D6C07-5BAE-40FF-AFD8-AF003D13D47C}"/>
              </a:ext>
            </a:extLst>
          </p:cNvPr>
          <p:cNvSpPr/>
          <p:nvPr/>
        </p:nvSpPr>
        <p:spPr>
          <a:xfrm>
            <a:off x="2368702" y="3781463"/>
            <a:ext cx="2057094" cy="406400"/>
          </a:xfrm>
          <a:prstGeom prst="rect">
            <a:avLst/>
          </a:prstGeom>
          <a:solidFill>
            <a:srgbClr val="F45E5E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사용자 측면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D92353-C282-498D-AB22-864A6B0E9444}"/>
              </a:ext>
            </a:extLst>
          </p:cNvPr>
          <p:cNvSpPr/>
          <p:nvPr/>
        </p:nvSpPr>
        <p:spPr>
          <a:xfrm>
            <a:off x="7295615" y="3783229"/>
            <a:ext cx="2057094" cy="406399"/>
          </a:xfrm>
          <a:prstGeom prst="rect">
            <a:avLst/>
          </a:prstGeom>
          <a:solidFill>
            <a:srgbClr val="F45E5E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판매자 측면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97294DF-F663-4691-95C5-55582F2CB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702" y="1682370"/>
            <a:ext cx="2057095" cy="20570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BD7E0F8-EFBE-4C28-8C4C-853E766D3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431" y="1582185"/>
            <a:ext cx="2257463" cy="22574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3A1141-F964-4C11-A1C8-E74386920397}"/>
              </a:ext>
            </a:extLst>
          </p:cNvPr>
          <p:cNvSpPr txBox="1"/>
          <p:nvPr/>
        </p:nvSpPr>
        <p:spPr>
          <a:xfrm>
            <a:off x="2120900" y="4361310"/>
            <a:ext cx="316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다양한 오프라인 쇼핑정보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시공간의 제약 </a:t>
            </a:r>
            <a:r>
              <a:rPr lang="en-US" altLang="ko-KR" dirty="0"/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배달 서비스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리뷰</a:t>
            </a:r>
            <a:r>
              <a:rPr lang="en-US" altLang="ko-KR" dirty="0"/>
              <a:t>, </a:t>
            </a:r>
            <a:r>
              <a:rPr lang="ko-KR" altLang="en-US" dirty="0"/>
              <a:t>평가를 통한 구매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DC62B5-F8EA-4EDA-B199-80C9CD91E200}"/>
              </a:ext>
            </a:extLst>
          </p:cNvPr>
          <p:cNvSpPr txBox="1"/>
          <p:nvPr/>
        </p:nvSpPr>
        <p:spPr>
          <a:xfrm>
            <a:off x="7048500" y="4291027"/>
            <a:ext cx="3162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저비용 고효율 마케팅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온라인 고객층 확보</a:t>
            </a:r>
            <a:endParaRPr lang="en-US" altLang="ko-KR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A345D8-3785-4362-AEA8-15F5F60B49CF}"/>
              </a:ext>
            </a:extLst>
          </p:cNvPr>
          <p:cNvSpPr/>
          <p:nvPr/>
        </p:nvSpPr>
        <p:spPr>
          <a:xfrm>
            <a:off x="0" y="6415394"/>
            <a:ext cx="12192000" cy="1892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422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FA29077-7A0D-4A7E-A518-E0DEEA95F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0" y="1038225"/>
            <a:ext cx="5575300" cy="2390775"/>
          </a:xfrm>
        </p:spPr>
        <p:txBody>
          <a:bodyPr>
            <a:normAutofit/>
          </a:bodyPr>
          <a:lstStyle/>
          <a:p>
            <a:r>
              <a:rPr lang="en-US" altLang="ko-KR" sz="7300" b="1" dirty="0"/>
              <a:t>1</a:t>
            </a:r>
            <a:br>
              <a:rPr lang="en-US" altLang="ko-KR" b="1" dirty="0"/>
            </a:br>
            <a:r>
              <a:rPr lang="ko-KR" altLang="en-US" b="1" dirty="0"/>
              <a:t>오프라인 쇼핑몰의 모든 정보를 한눈에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213A9FF-0BA7-44CB-8113-D8FF427AC273}"/>
              </a:ext>
            </a:extLst>
          </p:cNvPr>
          <p:cNvCxnSpPr>
            <a:cxnSpLocks/>
          </p:cNvCxnSpPr>
          <p:nvPr/>
        </p:nvCxnSpPr>
        <p:spPr>
          <a:xfrm>
            <a:off x="1888419" y="3519876"/>
            <a:ext cx="0" cy="984885"/>
          </a:xfrm>
          <a:prstGeom prst="line">
            <a:avLst/>
          </a:prstGeom>
          <a:ln w="19050">
            <a:solidFill>
              <a:srgbClr val="F4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2C7C04-8CBA-4A33-B607-266F33BD0704}"/>
              </a:ext>
            </a:extLst>
          </p:cNvPr>
          <p:cNvSpPr txBox="1"/>
          <p:nvPr/>
        </p:nvSpPr>
        <p:spPr>
          <a:xfrm>
            <a:off x="1892298" y="3519876"/>
            <a:ext cx="57658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FinE</a:t>
            </a:r>
            <a:r>
              <a:rPr lang="ko-KR" altLang="en-US" dirty="0">
                <a:solidFill>
                  <a:schemeClr val="tx2"/>
                </a:solidFill>
                <a:latin typeface="+mj-ea"/>
                <a:ea typeface="+mj-ea"/>
              </a:rPr>
              <a:t>은 오프라인 쇼핑몰의 정보들을 모두 담았습니다</a:t>
            </a:r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.</a:t>
            </a:r>
            <a:r>
              <a:rPr lang="ko-KR" altLang="en-US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endParaRPr lang="en-US" altLang="ko-KR" dirty="0">
              <a:solidFill>
                <a:schemeClr val="tx2"/>
              </a:solidFill>
              <a:latin typeface="+mj-ea"/>
              <a:ea typeface="+mj-ea"/>
            </a:endParaRPr>
          </a:p>
          <a:p>
            <a:endParaRPr lang="en-US" altLang="ko-KR" sz="400" dirty="0">
              <a:solidFill>
                <a:schemeClr val="tx2"/>
              </a:solidFill>
              <a:latin typeface="+mj-ea"/>
              <a:ea typeface="+mj-ea"/>
            </a:endParaRPr>
          </a:p>
          <a:p>
            <a:r>
              <a:rPr lang="ko-KR" altLang="en-US" dirty="0">
                <a:solidFill>
                  <a:schemeClr val="tx2"/>
                </a:solidFill>
                <a:latin typeface="+mj-ea"/>
                <a:ea typeface="+mj-ea"/>
              </a:rPr>
              <a:t>시간과 장소의 구애없이 언제든 편하게</a:t>
            </a:r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chemeClr val="tx2"/>
                </a:solidFill>
                <a:latin typeface="+mj-ea"/>
                <a:ea typeface="+mj-ea"/>
              </a:rPr>
              <a:t>핸드폰 하나</a:t>
            </a:r>
            <a:r>
              <a:rPr lang="ko-KR" altLang="en-US" dirty="0">
                <a:solidFill>
                  <a:schemeClr val="tx2"/>
                </a:solidFill>
                <a:latin typeface="+mj-ea"/>
                <a:ea typeface="+mj-ea"/>
              </a:rPr>
              <a:t>로 상품을 </a:t>
            </a:r>
            <a:r>
              <a:rPr lang="ko-KR" altLang="en-US" b="1" dirty="0">
                <a:solidFill>
                  <a:schemeClr val="tx2"/>
                </a:solidFill>
                <a:latin typeface="+mj-ea"/>
                <a:ea typeface="+mj-ea"/>
              </a:rPr>
              <a:t>한눈에 비교</a:t>
            </a:r>
            <a:r>
              <a:rPr lang="ko-KR" altLang="en-US" dirty="0">
                <a:solidFill>
                  <a:schemeClr val="tx2"/>
                </a:solidFill>
                <a:latin typeface="+mj-ea"/>
                <a:ea typeface="+mj-ea"/>
              </a:rPr>
              <a:t>하고</a:t>
            </a:r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chemeClr val="tx2"/>
                </a:solidFill>
                <a:latin typeface="+mj-ea"/>
                <a:ea typeface="+mj-ea"/>
              </a:rPr>
              <a:t>구매할 수 있습니다</a:t>
            </a:r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.</a:t>
            </a:r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6667636-F99B-49BE-BE65-385D389F41D2}"/>
              </a:ext>
            </a:extLst>
          </p:cNvPr>
          <p:cNvGrpSpPr/>
          <p:nvPr/>
        </p:nvGrpSpPr>
        <p:grpSpPr>
          <a:xfrm rot="812871">
            <a:off x="7749012" y="1297056"/>
            <a:ext cx="3132230" cy="4445640"/>
            <a:chOff x="311828" y="228600"/>
            <a:chExt cx="4620088" cy="6731000"/>
          </a:xfrm>
          <a:effectLst>
            <a:outerShdw blurRad="76200" dir="8100000" sy="-23000" kx="800400" algn="br" rotWithShape="0">
              <a:prstClr val="black">
                <a:alpha val="9000"/>
              </a:prstClr>
            </a:outerShdw>
          </a:effectLst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98C131B-478A-4320-B58D-C69DD5B038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7304" b="12037"/>
            <a:stretch/>
          </p:blipFill>
          <p:spPr>
            <a:xfrm>
              <a:off x="1004719" y="5098043"/>
              <a:ext cx="3234306" cy="141679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113204F-2159-49EA-98E7-2196D4743B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0421" b="23751"/>
            <a:stretch/>
          </p:blipFill>
          <p:spPr>
            <a:xfrm>
              <a:off x="1004719" y="679863"/>
              <a:ext cx="3234306" cy="4514437"/>
            </a:xfrm>
            <a:prstGeom prst="rect">
              <a:avLst/>
            </a:prstGeom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E37BD3C-EA67-4B6A-8C27-60A2F783CB49}"/>
                </a:ext>
              </a:extLst>
            </p:cNvPr>
            <p:cNvGrpSpPr/>
            <p:nvPr/>
          </p:nvGrpSpPr>
          <p:grpSpPr>
            <a:xfrm>
              <a:off x="311828" y="228600"/>
              <a:ext cx="4620088" cy="6731000"/>
              <a:chOff x="2893041" y="2293496"/>
              <a:chExt cx="2885984" cy="4204586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67D3B7F3-D65D-415E-96EF-66E61001EF2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1684" b="95386"/>
              <a:stretch/>
            </p:blipFill>
            <p:spPr>
              <a:xfrm>
                <a:off x="3401798" y="2469000"/>
                <a:ext cx="1894817" cy="117160"/>
              </a:xfrm>
              <a:prstGeom prst="rect">
                <a:avLst/>
              </a:prstGeom>
            </p:spPr>
          </p:pic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42F0D999-EA95-4BD1-A2C5-08F4BF6A40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3041" y="2293496"/>
                <a:ext cx="2885984" cy="420458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81567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4">
            <a:extLst>
              <a:ext uri="{FF2B5EF4-FFF2-40B4-BE49-F238E27FC236}">
                <a16:creationId xmlns:a16="http://schemas.microsoft.com/office/drawing/2014/main" id="{1BE7CA28-34FE-486D-A3D3-FA01FF72A36B}"/>
              </a:ext>
            </a:extLst>
          </p:cNvPr>
          <p:cNvSpPr txBox="1">
            <a:spLocks/>
          </p:cNvSpPr>
          <p:nvPr/>
        </p:nvSpPr>
        <p:spPr>
          <a:xfrm>
            <a:off x="1193799" y="1038225"/>
            <a:ext cx="6184895" cy="1870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7300" b="1" dirty="0"/>
              <a:t>2</a:t>
            </a:r>
            <a:br>
              <a:rPr lang="en-US" altLang="ko-KR" b="1" dirty="0"/>
            </a:br>
            <a:r>
              <a:rPr lang="ko-KR" altLang="en-US" b="1" dirty="0"/>
              <a:t>개인 맞춤추천 서비스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AB9BC3C-AE1A-43E5-A28C-FA3C11873D34}"/>
              </a:ext>
            </a:extLst>
          </p:cNvPr>
          <p:cNvCxnSpPr>
            <a:cxnSpLocks/>
          </p:cNvCxnSpPr>
          <p:nvPr/>
        </p:nvCxnSpPr>
        <p:spPr>
          <a:xfrm>
            <a:off x="1892298" y="3428999"/>
            <a:ext cx="0" cy="1200329"/>
          </a:xfrm>
          <a:prstGeom prst="line">
            <a:avLst/>
          </a:prstGeom>
          <a:ln w="19050">
            <a:solidFill>
              <a:srgbClr val="F4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382339-9563-406E-95FC-052DF3DF73CC}"/>
              </a:ext>
            </a:extLst>
          </p:cNvPr>
          <p:cNvSpPr txBox="1"/>
          <p:nvPr/>
        </p:nvSpPr>
        <p:spPr>
          <a:xfrm>
            <a:off x="1892298" y="3351997"/>
            <a:ext cx="6184894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2"/>
                </a:solidFill>
                <a:latin typeface="+mj-ea"/>
                <a:ea typeface="+mj-ea"/>
              </a:rPr>
              <a:t>소비자는 </a:t>
            </a:r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FinE</a:t>
            </a:r>
            <a:r>
              <a:rPr lang="ko-KR" altLang="en-US" dirty="0">
                <a:solidFill>
                  <a:schemeClr val="tx2"/>
                </a:solidFill>
                <a:latin typeface="+mj-ea"/>
                <a:ea typeface="+mj-ea"/>
              </a:rPr>
              <a:t>이 제공하는 여러가지</a:t>
            </a:r>
            <a:endParaRPr lang="en-US" altLang="ko-KR" dirty="0">
              <a:solidFill>
                <a:schemeClr val="tx2"/>
              </a:solidFill>
              <a:latin typeface="+mj-ea"/>
              <a:ea typeface="+mj-ea"/>
            </a:endParaRPr>
          </a:p>
          <a:p>
            <a:r>
              <a:rPr lang="ko-KR" altLang="en-US" dirty="0">
                <a:solidFill>
                  <a:schemeClr val="tx2"/>
                </a:solidFill>
                <a:latin typeface="+mj-ea"/>
                <a:ea typeface="+mj-ea"/>
              </a:rPr>
              <a:t>의상 사진들을 평가합니다</a:t>
            </a:r>
            <a:r>
              <a:rPr lang="en-US" altLang="ko-KR" dirty="0">
                <a:solidFill>
                  <a:schemeClr val="tx2"/>
                </a:solidFill>
                <a:latin typeface="+mj-ea"/>
                <a:ea typeface="+mj-ea"/>
              </a:rPr>
              <a:t>.</a:t>
            </a:r>
          </a:p>
          <a:p>
            <a:endParaRPr lang="en-US" altLang="ko-KR" sz="400" dirty="0">
              <a:solidFill>
                <a:schemeClr val="tx2"/>
              </a:solidFill>
              <a:latin typeface="+mj-ea"/>
              <a:ea typeface="+mj-ea"/>
            </a:endParaRPr>
          </a:p>
          <a:p>
            <a:r>
              <a:rPr lang="en-US" altLang="ko-KR" b="1" dirty="0">
                <a:solidFill>
                  <a:schemeClr val="tx2"/>
                </a:solidFill>
                <a:latin typeface="+mj-ea"/>
                <a:ea typeface="+mj-ea"/>
              </a:rPr>
              <a:t>FinE</a:t>
            </a:r>
            <a:r>
              <a:rPr lang="ko-KR" altLang="en-US" b="1" dirty="0">
                <a:solidFill>
                  <a:schemeClr val="tx2"/>
                </a:solidFill>
                <a:latin typeface="+mj-ea"/>
                <a:ea typeface="+mj-ea"/>
              </a:rPr>
              <a:t>은 이 정보를 통해 소비자의 선호 스타일을 분석</a:t>
            </a:r>
            <a:r>
              <a:rPr lang="en-US" altLang="ko-KR" b="1" dirty="0">
                <a:solidFill>
                  <a:schemeClr val="tx2"/>
                </a:solidFill>
                <a:latin typeface="+mj-ea"/>
                <a:ea typeface="+mj-ea"/>
              </a:rPr>
              <a:t>,</a:t>
            </a:r>
          </a:p>
          <a:p>
            <a:r>
              <a:rPr lang="ko-KR" altLang="en-US" b="1" dirty="0">
                <a:solidFill>
                  <a:schemeClr val="tx2"/>
                </a:solidFill>
                <a:latin typeface="+mj-ea"/>
                <a:ea typeface="+mj-ea"/>
              </a:rPr>
              <a:t>이에 맞는 상품을 맞춤추천 합니다</a:t>
            </a:r>
            <a:r>
              <a:rPr lang="en-US" altLang="ko-KR" b="1" dirty="0">
                <a:solidFill>
                  <a:schemeClr val="tx2"/>
                </a:solidFill>
                <a:latin typeface="+mj-ea"/>
                <a:ea typeface="+mj-ea"/>
              </a:rPr>
              <a:t>.</a:t>
            </a:r>
          </a:p>
          <a:p>
            <a:endParaRPr lang="ko-KR" altLang="en-US" dirty="0">
              <a:solidFill>
                <a:schemeClr val="tx2"/>
              </a:soli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9D7B06C-25E6-4980-B31B-A40AEF29BA1A}"/>
              </a:ext>
            </a:extLst>
          </p:cNvPr>
          <p:cNvGrpSpPr/>
          <p:nvPr/>
        </p:nvGrpSpPr>
        <p:grpSpPr>
          <a:xfrm rot="743236">
            <a:off x="7786386" y="1265364"/>
            <a:ext cx="3026722" cy="4327268"/>
            <a:chOff x="1184988" y="-3178831"/>
            <a:chExt cx="8111412" cy="11516200"/>
          </a:xfrm>
          <a:effectLst>
            <a:outerShdw blurRad="76200" dir="2700000" sy="-23000" kx="-800400" algn="bl" rotWithShape="0">
              <a:prstClr val="black">
                <a:alpha val="12000"/>
              </a:prstClr>
            </a:outerShdw>
          </a:effectLst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74FD839E-C7C5-4454-B13A-C6096788325B}"/>
                </a:ext>
              </a:extLst>
            </p:cNvPr>
            <p:cNvGrpSpPr/>
            <p:nvPr/>
          </p:nvGrpSpPr>
          <p:grpSpPr>
            <a:xfrm>
              <a:off x="1184988" y="-3178831"/>
              <a:ext cx="8111412" cy="11516200"/>
              <a:chOff x="6549070" y="0"/>
              <a:chExt cx="4707260" cy="6858000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3841BDFC-62B1-48F3-9A99-52314896C2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10100" b="28591"/>
              <a:stretch/>
            </p:blipFill>
            <p:spPr>
              <a:xfrm>
                <a:off x="7232380" y="381808"/>
                <a:ext cx="3358212" cy="4365663"/>
              </a:xfrm>
              <a:prstGeom prst="rect">
                <a:avLst/>
              </a:prstGeom>
            </p:spPr>
          </p:pic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12F1B9DC-5914-4E75-8CB6-318E59D57A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34815" b="46811"/>
              <a:stretch/>
            </p:blipFill>
            <p:spPr>
              <a:xfrm>
                <a:off x="7245080" y="4686065"/>
                <a:ext cx="3358212" cy="1308335"/>
              </a:xfrm>
              <a:prstGeom prst="rect">
                <a:avLst/>
              </a:prstGeom>
            </p:spPr>
          </p:pic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AF2A5C43-C991-465A-9377-D06223CB0D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79812" b="12222"/>
              <a:stretch/>
            </p:blipFill>
            <p:spPr>
              <a:xfrm>
                <a:off x="7270480" y="5758811"/>
                <a:ext cx="3358212" cy="567203"/>
              </a:xfrm>
              <a:prstGeom prst="rect">
                <a:avLst/>
              </a:prstGeom>
            </p:spPr>
          </p:pic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1D62C8F7-55F2-4F8C-B709-354D464B0E97}"/>
                  </a:ext>
                </a:extLst>
              </p:cNvPr>
              <p:cNvGrpSpPr/>
              <p:nvPr/>
            </p:nvGrpSpPr>
            <p:grpSpPr>
              <a:xfrm>
                <a:off x="6549070" y="0"/>
                <a:ext cx="4707260" cy="6858000"/>
                <a:chOff x="2893041" y="2293496"/>
                <a:chExt cx="2885984" cy="4204586"/>
              </a:xfrm>
            </p:grpSpPr>
            <p:pic>
              <p:nvPicPr>
                <p:cNvPr id="15" name="그림 14">
                  <a:extLst>
                    <a:ext uri="{FF2B5EF4-FFF2-40B4-BE49-F238E27FC236}">
                      <a16:creationId xmlns:a16="http://schemas.microsoft.com/office/drawing/2014/main" id="{447F48D4-5E8C-4698-B7FB-16BF25115B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t="1684" b="95386"/>
                <a:stretch/>
              </p:blipFill>
              <p:spPr>
                <a:xfrm>
                  <a:off x="3401798" y="2469000"/>
                  <a:ext cx="1894817" cy="117160"/>
                </a:xfrm>
                <a:prstGeom prst="rect">
                  <a:avLst/>
                </a:prstGeom>
              </p:spPr>
            </p:pic>
            <p:pic>
              <p:nvPicPr>
                <p:cNvPr id="16" name="그림 15">
                  <a:extLst>
                    <a:ext uri="{FF2B5EF4-FFF2-40B4-BE49-F238E27FC236}">
                      <a16:creationId xmlns:a16="http://schemas.microsoft.com/office/drawing/2014/main" id="{9C392D06-8D07-465F-9C56-9396EAF240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93041" y="2293496"/>
                  <a:ext cx="2885984" cy="4204586"/>
                </a:xfrm>
                <a:prstGeom prst="rect">
                  <a:avLst/>
                </a:prstGeom>
              </p:spPr>
            </p:pic>
          </p:grpSp>
        </p:grp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DF66705-5A35-4E9A-9B11-01B7E237DA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885" t="8333" r="62864" b="5485"/>
            <a:stretch/>
          </p:blipFill>
          <p:spPr>
            <a:xfrm>
              <a:off x="4385137" y="-1611669"/>
              <a:ext cx="1710863" cy="2211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5874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176AACD-EBE6-4D23-A455-C66B619402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9294368"/>
              </p:ext>
            </p:extLst>
          </p:nvPr>
        </p:nvGraphicFramePr>
        <p:xfrm>
          <a:off x="558799" y="3613602"/>
          <a:ext cx="11154878" cy="30945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88115">
                  <a:extLst>
                    <a:ext uri="{9D8B030D-6E8A-4147-A177-3AD203B41FA5}">
                      <a16:colId xmlns:a16="http://schemas.microsoft.com/office/drawing/2014/main" val="1663617383"/>
                    </a:ext>
                  </a:extLst>
                </a:gridCol>
                <a:gridCol w="2877424">
                  <a:extLst>
                    <a:ext uri="{9D8B030D-6E8A-4147-A177-3AD203B41FA5}">
                      <a16:colId xmlns:a16="http://schemas.microsoft.com/office/drawing/2014/main" val="3920221785"/>
                    </a:ext>
                  </a:extLst>
                </a:gridCol>
                <a:gridCol w="3431097">
                  <a:extLst>
                    <a:ext uri="{9D8B030D-6E8A-4147-A177-3AD203B41FA5}">
                      <a16:colId xmlns:a16="http://schemas.microsoft.com/office/drawing/2014/main" val="957517065"/>
                    </a:ext>
                  </a:extLst>
                </a:gridCol>
                <a:gridCol w="3358242">
                  <a:extLst>
                    <a:ext uri="{9D8B030D-6E8A-4147-A177-3AD203B41FA5}">
                      <a16:colId xmlns:a16="http://schemas.microsoft.com/office/drawing/2014/main" val="322209271"/>
                    </a:ext>
                  </a:extLst>
                </a:gridCol>
              </a:tblGrid>
              <a:tr h="361098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네이버 쇼핑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FinE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ABLY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309392"/>
                  </a:ext>
                </a:extLst>
              </a:tr>
              <a:tr h="4281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소비자 타겟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온라인 쇼핑 이용자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온라인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오프라인 쇼핑 이용자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온라인 쇼핑 이용자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878263"/>
                  </a:ext>
                </a:extLst>
              </a:tr>
              <a:tr h="4281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제공 형태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Web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Mobile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Mobile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618531"/>
                  </a:ext>
                </a:extLst>
              </a:tr>
              <a:tr h="4281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결제 방식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온라인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오프라인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144303"/>
                  </a:ext>
                </a:extLst>
              </a:tr>
              <a:tr h="58817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latin typeface="+mn-ea"/>
                          <a:ea typeface="+mn-ea"/>
                        </a:rPr>
                        <a:t>입점파트너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백화점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아울렛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디자이너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소규모 보세시장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인스타 마켓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48615"/>
                  </a:ext>
                </a:extLst>
              </a:tr>
              <a:tr h="85625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추천방식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검색기록 분석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소비자의 평가자료 분석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검색기록 분석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17142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BDF4554-AEE4-42B3-BF40-849C17CB87A8}"/>
              </a:ext>
            </a:extLst>
          </p:cNvPr>
          <p:cNvSpPr txBox="1"/>
          <p:nvPr/>
        </p:nvSpPr>
        <p:spPr>
          <a:xfrm>
            <a:off x="558799" y="515795"/>
            <a:ext cx="2511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FinE</a:t>
            </a:r>
            <a:r>
              <a:rPr lang="ko-KR" altLang="en-US" sz="2400" b="1" dirty="0"/>
              <a:t>만의 차별성</a:t>
            </a:r>
            <a:endParaRPr lang="en-US" altLang="ko-KR" sz="24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44F61A6-65E3-443A-B590-7E6B8821FD77}"/>
              </a:ext>
            </a:extLst>
          </p:cNvPr>
          <p:cNvGrpSpPr/>
          <p:nvPr/>
        </p:nvGrpSpPr>
        <p:grpSpPr>
          <a:xfrm>
            <a:off x="5459174" y="1116812"/>
            <a:ext cx="1991892" cy="2610583"/>
            <a:chOff x="1007091" y="2003043"/>
            <a:chExt cx="3250492" cy="4756136"/>
          </a:xfrm>
          <a:effectLst>
            <a:outerShdw blurRad="50800" dist="50800" dir="5400000" algn="ctr" rotWithShape="0">
              <a:schemeClr val="bg1"/>
            </a:outerShdw>
          </a:effectLst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5A09F40-196D-4421-97D6-F33DE31B95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56130"/>
            <a:stretch/>
          </p:blipFill>
          <p:spPr>
            <a:xfrm>
              <a:off x="1007091" y="2003043"/>
              <a:ext cx="3250492" cy="1425957"/>
            </a:xfrm>
            <a:prstGeom prst="rect">
              <a:avLst/>
            </a:prstGeom>
          </p:spPr>
        </p:pic>
        <p:grpSp>
          <p:nvGrpSpPr>
            <p:cNvPr id="7" name="내용 개체 틀 4">
              <a:extLst>
                <a:ext uri="{FF2B5EF4-FFF2-40B4-BE49-F238E27FC236}">
                  <a16:creationId xmlns:a16="http://schemas.microsoft.com/office/drawing/2014/main" id="{EDE907A7-4C49-4645-BA22-C75EC9F03FC4}"/>
                </a:ext>
              </a:extLst>
            </p:cNvPr>
            <p:cNvGrpSpPr/>
            <p:nvPr/>
          </p:nvGrpSpPr>
          <p:grpSpPr>
            <a:xfrm>
              <a:off x="1203040" y="3159177"/>
              <a:ext cx="2880000" cy="3600002"/>
              <a:chOff x="1132219" y="2169605"/>
              <a:chExt cx="2880000" cy="3600002"/>
            </a:xfrm>
            <a:solidFill>
              <a:schemeClr val="tx1"/>
            </a:solidFill>
          </p:grpSpPr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3F661DA1-4DF5-46AE-8711-64E5EB98E282}"/>
                  </a:ext>
                </a:extLst>
              </p:cNvPr>
              <p:cNvSpPr/>
              <p:nvPr/>
            </p:nvSpPr>
            <p:spPr>
              <a:xfrm>
                <a:off x="3219441" y="2715740"/>
                <a:ext cx="230400" cy="230400"/>
              </a:xfrm>
              <a:custGeom>
                <a:avLst/>
                <a:gdLst>
                  <a:gd name="connsiteX0" fmla="*/ 0 w 230400"/>
                  <a:gd name="connsiteY0" fmla="*/ 125683 h 230400"/>
                  <a:gd name="connsiteX1" fmla="*/ 125683 w 230400"/>
                  <a:gd name="connsiteY1" fmla="*/ 0 h 230400"/>
                  <a:gd name="connsiteX2" fmla="*/ 251366 w 230400"/>
                  <a:gd name="connsiteY2" fmla="*/ 125683 h 230400"/>
                  <a:gd name="connsiteX3" fmla="*/ 125683 w 230400"/>
                  <a:gd name="connsiteY3" fmla="*/ 251367 h 230400"/>
                  <a:gd name="connsiteX4" fmla="*/ 0 w 230400"/>
                  <a:gd name="connsiteY4" fmla="*/ 125683 h 2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0400" h="230400">
                    <a:moveTo>
                      <a:pt x="0" y="125683"/>
                    </a:moveTo>
                    <a:cubicBezTo>
                      <a:pt x="0" y="56563"/>
                      <a:pt x="56563" y="0"/>
                      <a:pt x="125683" y="0"/>
                    </a:cubicBezTo>
                    <a:cubicBezTo>
                      <a:pt x="194803" y="0"/>
                      <a:pt x="251366" y="56563"/>
                      <a:pt x="251366" y="125683"/>
                    </a:cubicBezTo>
                    <a:cubicBezTo>
                      <a:pt x="251366" y="196387"/>
                      <a:pt x="194803" y="251367"/>
                      <a:pt x="125683" y="251367"/>
                    </a:cubicBezTo>
                    <a:cubicBezTo>
                      <a:pt x="56563" y="251367"/>
                      <a:pt x="0" y="196387"/>
                      <a:pt x="0" y="125683"/>
                    </a:cubicBezTo>
                    <a:close/>
                  </a:path>
                </a:pathLst>
              </a:custGeom>
              <a:grpFill/>
              <a:ln w="287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1A3477F5-ED4C-4FCD-B511-13670D3C84DE}"/>
                  </a:ext>
                </a:extLst>
              </p:cNvPr>
              <p:cNvSpPr/>
              <p:nvPr/>
            </p:nvSpPr>
            <p:spPr>
              <a:xfrm>
                <a:off x="1276219" y="2313605"/>
                <a:ext cx="2592000" cy="2592002"/>
              </a:xfrm>
              <a:custGeom>
                <a:avLst/>
                <a:gdLst>
                  <a:gd name="connsiteX0" fmla="*/ 2068877 w 2592000"/>
                  <a:gd name="connsiteY0" fmla="*/ 235642 h 2592001"/>
                  <a:gd name="connsiteX1" fmla="*/ 1863101 w 2592000"/>
                  <a:gd name="connsiteY1" fmla="*/ 323626 h 2592001"/>
                  <a:gd name="connsiteX2" fmla="*/ 1781424 w 2592000"/>
                  <a:gd name="connsiteY2" fmla="*/ 523124 h 2592001"/>
                  <a:gd name="connsiteX3" fmla="*/ 1812845 w 2592000"/>
                  <a:gd name="connsiteY3" fmla="*/ 651946 h 2592001"/>
                  <a:gd name="connsiteX4" fmla="*/ 2068906 w 2592000"/>
                  <a:gd name="connsiteY4" fmla="*/ 1164068 h 2592001"/>
                  <a:gd name="connsiteX5" fmla="*/ 2324966 w 2592000"/>
                  <a:gd name="connsiteY5" fmla="*/ 651946 h 2592001"/>
                  <a:gd name="connsiteX6" fmla="*/ 2356387 w 2592000"/>
                  <a:gd name="connsiteY6" fmla="*/ 523124 h 2592001"/>
                  <a:gd name="connsiteX7" fmla="*/ 2274711 w 2592000"/>
                  <a:gd name="connsiteY7" fmla="*/ 323626 h 2592001"/>
                  <a:gd name="connsiteX8" fmla="*/ 2068877 w 2592000"/>
                  <a:gd name="connsiteY8" fmla="*/ 235642 h 2592001"/>
                  <a:gd name="connsiteX9" fmla="*/ 2502461 w 2592000"/>
                  <a:gd name="connsiteY9" fmla="*/ 824717 h 2592001"/>
                  <a:gd name="connsiteX10" fmla="*/ 2592000 w 2592000"/>
                  <a:gd name="connsiteY10" fmla="*/ 1296001 h 2592001"/>
                  <a:gd name="connsiteX11" fmla="*/ 1296000 w 2592000"/>
                  <a:gd name="connsiteY11" fmla="*/ 2592002 h 2592001"/>
                  <a:gd name="connsiteX12" fmla="*/ 0 w 2592000"/>
                  <a:gd name="connsiteY12" fmla="*/ 1296001 h 2592001"/>
                  <a:gd name="connsiteX13" fmla="*/ 1296000 w 2592000"/>
                  <a:gd name="connsiteY13" fmla="*/ 0 h 2592001"/>
                  <a:gd name="connsiteX14" fmla="*/ 1771978 w 2592000"/>
                  <a:gd name="connsiteY14" fmla="*/ 91123 h 2592001"/>
                  <a:gd name="connsiteX15" fmla="*/ 2068877 w 2592000"/>
                  <a:gd name="connsiteY15" fmla="*/ 0 h 2592001"/>
                  <a:gd name="connsiteX16" fmla="*/ 2444314 w 2592000"/>
                  <a:gd name="connsiteY16" fmla="*/ 158659 h 2592001"/>
                  <a:gd name="connsiteX17" fmla="*/ 2591971 w 2592000"/>
                  <a:gd name="connsiteY17" fmla="*/ 523124 h 2592001"/>
                  <a:gd name="connsiteX18" fmla="*/ 2535408 w 2592000"/>
                  <a:gd name="connsiteY18" fmla="*/ 757181 h 2592001"/>
                  <a:gd name="connsiteX19" fmla="*/ 2502461 w 2592000"/>
                  <a:gd name="connsiteY19" fmla="*/ 824717 h 2592001"/>
                  <a:gd name="connsiteX20" fmla="*/ 925258 w 2592000"/>
                  <a:gd name="connsiteY20" fmla="*/ 1768840 h 2592001"/>
                  <a:gd name="connsiteX21" fmla="*/ 926842 w 2592000"/>
                  <a:gd name="connsiteY21" fmla="*/ 1762561 h 2592001"/>
                  <a:gd name="connsiteX22" fmla="*/ 856138 w 2592000"/>
                  <a:gd name="connsiteY22" fmla="*/ 1693441 h 2592001"/>
                  <a:gd name="connsiteX23" fmla="*/ 768154 w 2592000"/>
                  <a:gd name="connsiteY23" fmla="*/ 1693441 h 2592001"/>
                  <a:gd name="connsiteX24" fmla="*/ 538790 w 2592000"/>
                  <a:gd name="connsiteY24" fmla="*/ 1589761 h 2592001"/>
                  <a:gd name="connsiteX25" fmla="*/ 488534 w 2592000"/>
                  <a:gd name="connsiteY25" fmla="*/ 1566203 h 2592001"/>
                  <a:gd name="connsiteX26" fmla="*/ 425693 w 2592000"/>
                  <a:gd name="connsiteY26" fmla="*/ 1607041 h 2592001"/>
                  <a:gd name="connsiteX27" fmla="*/ 350294 w 2592000"/>
                  <a:gd name="connsiteY27" fmla="*/ 1775118 h 2592001"/>
                  <a:gd name="connsiteX28" fmla="*/ 546653 w 2592000"/>
                  <a:gd name="connsiteY28" fmla="*/ 2046875 h 2592001"/>
                  <a:gd name="connsiteX29" fmla="*/ 656611 w 2592000"/>
                  <a:gd name="connsiteY29" fmla="*/ 2141138 h 2592001"/>
                  <a:gd name="connsiteX30" fmla="*/ 805853 w 2592000"/>
                  <a:gd name="connsiteY30" fmla="*/ 2051598 h 2592001"/>
                  <a:gd name="connsiteX31" fmla="*/ 914256 w 2592000"/>
                  <a:gd name="connsiteY31" fmla="*/ 1880382 h 2592001"/>
                  <a:gd name="connsiteX32" fmla="*/ 925258 w 2592000"/>
                  <a:gd name="connsiteY32" fmla="*/ 1768840 h 2592001"/>
                  <a:gd name="connsiteX33" fmla="*/ 1296000 w 2592000"/>
                  <a:gd name="connsiteY33" fmla="*/ 235642 h 2592001"/>
                  <a:gd name="connsiteX34" fmla="*/ 546682 w 2592000"/>
                  <a:gd name="connsiteY34" fmla="*/ 546682 h 2592001"/>
                  <a:gd name="connsiteX35" fmla="*/ 529402 w 2592000"/>
                  <a:gd name="connsiteY35" fmla="*/ 565546 h 2592001"/>
                  <a:gd name="connsiteX36" fmla="*/ 568685 w 2592000"/>
                  <a:gd name="connsiteY36" fmla="*/ 711648 h 2592001"/>
                  <a:gd name="connsiteX37" fmla="*/ 568685 w 2592000"/>
                  <a:gd name="connsiteY37" fmla="*/ 713232 h 2592001"/>
                  <a:gd name="connsiteX38" fmla="*/ 595382 w 2592000"/>
                  <a:gd name="connsiteY38" fmla="*/ 732097 h 2592001"/>
                  <a:gd name="connsiteX39" fmla="*/ 780739 w 2592000"/>
                  <a:gd name="connsiteY39" fmla="*/ 732097 h 2592001"/>
                  <a:gd name="connsiteX40" fmla="*/ 804298 w 2592000"/>
                  <a:gd name="connsiteY40" fmla="*/ 716401 h 2592001"/>
                  <a:gd name="connsiteX41" fmla="*/ 865555 w 2592000"/>
                  <a:gd name="connsiteY41" fmla="*/ 598580 h 2592001"/>
                  <a:gd name="connsiteX42" fmla="*/ 1098058 w 2592000"/>
                  <a:gd name="connsiteY42" fmla="*/ 458756 h 2592001"/>
                  <a:gd name="connsiteX43" fmla="*/ 1247299 w 2592000"/>
                  <a:gd name="connsiteY43" fmla="*/ 504317 h 2592001"/>
                  <a:gd name="connsiteX44" fmla="*/ 1248883 w 2592000"/>
                  <a:gd name="connsiteY44" fmla="*/ 505901 h 2592001"/>
                  <a:gd name="connsiteX45" fmla="*/ 1336867 w 2592000"/>
                  <a:gd name="connsiteY45" fmla="*/ 564020 h 2592001"/>
                  <a:gd name="connsiteX46" fmla="*/ 1338451 w 2592000"/>
                  <a:gd name="connsiteY46" fmla="*/ 565604 h 2592001"/>
                  <a:gd name="connsiteX47" fmla="*/ 1449994 w 2592000"/>
                  <a:gd name="connsiteY47" fmla="*/ 780826 h 2592001"/>
                  <a:gd name="connsiteX48" fmla="*/ 1393430 w 2592000"/>
                  <a:gd name="connsiteY48" fmla="*/ 944209 h 2592001"/>
                  <a:gd name="connsiteX49" fmla="*/ 1391846 w 2592000"/>
                  <a:gd name="connsiteY49" fmla="*/ 947348 h 2592001"/>
                  <a:gd name="connsiteX50" fmla="*/ 1387123 w 2592000"/>
                  <a:gd name="connsiteY50" fmla="*/ 963044 h 2592001"/>
                  <a:gd name="connsiteX51" fmla="*/ 1401264 w 2592000"/>
                  <a:gd name="connsiteY51" fmla="*/ 989742 h 2592001"/>
                  <a:gd name="connsiteX52" fmla="*/ 1544227 w 2592000"/>
                  <a:gd name="connsiteY52" fmla="*/ 1066724 h 2592001"/>
                  <a:gd name="connsiteX53" fmla="*/ 1545811 w 2592000"/>
                  <a:gd name="connsiteY53" fmla="*/ 1068308 h 2592001"/>
                  <a:gd name="connsiteX54" fmla="*/ 1679328 w 2592000"/>
                  <a:gd name="connsiteY54" fmla="*/ 1248971 h 2592001"/>
                  <a:gd name="connsiteX55" fmla="*/ 1748448 w 2592000"/>
                  <a:gd name="connsiteY55" fmla="*/ 1591432 h 2592001"/>
                  <a:gd name="connsiteX56" fmla="*/ 1757866 w 2592000"/>
                  <a:gd name="connsiteY56" fmla="*/ 1607128 h 2592001"/>
                  <a:gd name="connsiteX57" fmla="*/ 1776730 w 2592000"/>
                  <a:gd name="connsiteY57" fmla="*/ 1613406 h 2592001"/>
                  <a:gd name="connsiteX58" fmla="*/ 1792426 w 2592000"/>
                  <a:gd name="connsiteY58" fmla="*/ 1607128 h 2592001"/>
                  <a:gd name="connsiteX59" fmla="*/ 1794010 w 2592000"/>
                  <a:gd name="connsiteY59" fmla="*/ 1607128 h 2592001"/>
                  <a:gd name="connsiteX60" fmla="*/ 1842711 w 2592000"/>
                  <a:gd name="connsiteY60" fmla="*/ 1552148 h 2592001"/>
                  <a:gd name="connsiteX61" fmla="*/ 2009232 w 2592000"/>
                  <a:gd name="connsiteY61" fmla="*/ 1544286 h 2592001"/>
                  <a:gd name="connsiteX62" fmla="*/ 2017095 w 2592000"/>
                  <a:gd name="connsiteY62" fmla="*/ 1710808 h 2592001"/>
                  <a:gd name="connsiteX63" fmla="*/ 1960531 w 2592000"/>
                  <a:gd name="connsiteY63" fmla="*/ 1773649 h 2592001"/>
                  <a:gd name="connsiteX64" fmla="*/ 1952640 w 2592000"/>
                  <a:gd name="connsiteY64" fmla="*/ 1779841 h 2592001"/>
                  <a:gd name="connsiteX65" fmla="*/ 1776701 w 2592000"/>
                  <a:gd name="connsiteY65" fmla="*/ 1848961 h 2592001"/>
                  <a:gd name="connsiteX66" fmla="*/ 1613319 w 2592000"/>
                  <a:gd name="connsiteY66" fmla="*/ 1793982 h 2592001"/>
                  <a:gd name="connsiteX67" fmla="*/ 1517501 w 2592000"/>
                  <a:gd name="connsiteY67" fmla="*/ 1636878 h 2592001"/>
                  <a:gd name="connsiteX68" fmla="*/ 1448381 w 2592000"/>
                  <a:gd name="connsiteY68" fmla="*/ 1294417 h 2592001"/>
                  <a:gd name="connsiteX69" fmla="*/ 1435824 w 2592000"/>
                  <a:gd name="connsiteY69" fmla="*/ 1275553 h 2592001"/>
                  <a:gd name="connsiteX70" fmla="*/ 1434240 w 2592000"/>
                  <a:gd name="connsiteY70" fmla="*/ 1275553 h 2592001"/>
                  <a:gd name="connsiteX71" fmla="*/ 1288138 w 2592000"/>
                  <a:gd name="connsiteY71" fmla="*/ 1197015 h 2592001"/>
                  <a:gd name="connsiteX72" fmla="*/ 1288138 w 2592000"/>
                  <a:gd name="connsiteY72" fmla="*/ 1195431 h 2592001"/>
                  <a:gd name="connsiteX73" fmla="*/ 1151482 w 2592000"/>
                  <a:gd name="connsiteY73" fmla="*/ 962929 h 2592001"/>
                  <a:gd name="connsiteX74" fmla="*/ 1204906 w 2592000"/>
                  <a:gd name="connsiteY74" fmla="*/ 802685 h 2592001"/>
                  <a:gd name="connsiteX75" fmla="*/ 1208045 w 2592000"/>
                  <a:gd name="connsiteY75" fmla="*/ 799546 h 2592001"/>
                  <a:gd name="connsiteX76" fmla="*/ 1214323 w 2592000"/>
                  <a:gd name="connsiteY76" fmla="*/ 780682 h 2592001"/>
                  <a:gd name="connsiteX77" fmla="*/ 1204877 w 2592000"/>
                  <a:gd name="connsiteY77" fmla="*/ 760321 h 2592001"/>
                  <a:gd name="connsiteX78" fmla="*/ 1203293 w 2592000"/>
                  <a:gd name="connsiteY78" fmla="*/ 758737 h 2592001"/>
                  <a:gd name="connsiteX79" fmla="*/ 1115309 w 2592000"/>
                  <a:gd name="connsiteY79" fmla="*/ 699034 h 2592001"/>
                  <a:gd name="connsiteX80" fmla="*/ 1113725 w 2592000"/>
                  <a:gd name="connsiteY80" fmla="*/ 699034 h 2592001"/>
                  <a:gd name="connsiteX81" fmla="*/ 1098029 w 2592000"/>
                  <a:gd name="connsiteY81" fmla="*/ 694311 h 2592001"/>
                  <a:gd name="connsiteX82" fmla="*/ 1076026 w 2592000"/>
                  <a:gd name="connsiteY82" fmla="*/ 706868 h 2592001"/>
                  <a:gd name="connsiteX83" fmla="*/ 1074499 w 2592000"/>
                  <a:gd name="connsiteY83" fmla="*/ 708481 h 2592001"/>
                  <a:gd name="connsiteX84" fmla="*/ 1013242 w 2592000"/>
                  <a:gd name="connsiteY84" fmla="*/ 826301 h 2592001"/>
                  <a:gd name="connsiteX85" fmla="*/ 1013242 w 2592000"/>
                  <a:gd name="connsiteY85" fmla="*/ 827885 h 2592001"/>
                  <a:gd name="connsiteX86" fmla="*/ 780739 w 2592000"/>
                  <a:gd name="connsiteY86" fmla="*/ 967710 h 2592001"/>
                  <a:gd name="connsiteX87" fmla="*/ 595382 w 2592000"/>
                  <a:gd name="connsiteY87" fmla="*/ 967710 h 2592001"/>
                  <a:gd name="connsiteX88" fmla="*/ 353462 w 2592000"/>
                  <a:gd name="connsiteY88" fmla="*/ 810605 h 2592001"/>
                  <a:gd name="connsiteX89" fmla="*/ 235642 w 2592000"/>
                  <a:gd name="connsiteY89" fmla="*/ 1296001 h 2592001"/>
                  <a:gd name="connsiteX90" fmla="*/ 248198 w 2592000"/>
                  <a:gd name="connsiteY90" fmla="*/ 1449937 h 2592001"/>
                  <a:gd name="connsiteX91" fmla="*/ 488534 w 2592000"/>
                  <a:gd name="connsiteY91" fmla="*/ 1330561 h 2592001"/>
                  <a:gd name="connsiteX92" fmla="*/ 716314 w 2592000"/>
                  <a:gd name="connsiteY92" fmla="*/ 1434241 h 2592001"/>
                  <a:gd name="connsiteX93" fmla="*/ 768154 w 2592000"/>
                  <a:gd name="connsiteY93" fmla="*/ 1457799 h 2592001"/>
                  <a:gd name="connsiteX94" fmla="*/ 856138 w 2592000"/>
                  <a:gd name="connsiteY94" fmla="*/ 1457799 h 2592001"/>
                  <a:gd name="connsiteX95" fmla="*/ 1162454 w 2592000"/>
                  <a:gd name="connsiteY95" fmla="*/ 1762561 h 2592001"/>
                  <a:gd name="connsiteX96" fmla="*/ 1160870 w 2592000"/>
                  <a:gd name="connsiteY96" fmla="*/ 1792398 h 2592001"/>
                  <a:gd name="connsiteX97" fmla="*/ 1160870 w 2592000"/>
                  <a:gd name="connsiteY97" fmla="*/ 1793982 h 2592001"/>
                  <a:gd name="connsiteX98" fmla="*/ 1148314 w 2592000"/>
                  <a:gd name="connsiteY98" fmla="*/ 1903941 h 2592001"/>
                  <a:gd name="connsiteX99" fmla="*/ 926813 w 2592000"/>
                  <a:gd name="connsiteY99" fmla="*/ 2254264 h 2592001"/>
                  <a:gd name="connsiteX100" fmla="*/ 890669 w 2592000"/>
                  <a:gd name="connsiteY100" fmla="*/ 2276267 h 2592001"/>
                  <a:gd name="connsiteX101" fmla="*/ 1295971 w 2592000"/>
                  <a:gd name="connsiteY101" fmla="*/ 2356389 h 2592001"/>
                  <a:gd name="connsiteX102" fmla="*/ 2045290 w 2592000"/>
                  <a:gd name="connsiteY102" fmla="*/ 2046933 h 2592001"/>
                  <a:gd name="connsiteX103" fmla="*/ 2356330 w 2592000"/>
                  <a:gd name="connsiteY103" fmla="*/ 1296030 h 2592001"/>
                  <a:gd name="connsiteX104" fmla="*/ 2343773 w 2592000"/>
                  <a:gd name="connsiteY104" fmla="*/ 1140510 h 2592001"/>
                  <a:gd name="connsiteX105" fmla="*/ 2251095 w 2592000"/>
                  <a:gd name="connsiteY105" fmla="*/ 1324311 h 2592001"/>
                  <a:gd name="connsiteX106" fmla="*/ 2068877 w 2592000"/>
                  <a:gd name="connsiteY106" fmla="*/ 1437409 h 2592001"/>
                  <a:gd name="connsiteX107" fmla="*/ 1885075 w 2592000"/>
                  <a:gd name="connsiteY107" fmla="*/ 1324311 h 2592001"/>
                  <a:gd name="connsiteX108" fmla="*/ 1600733 w 2592000"/>
                  <a:gd name="connsiteY108" fmla="*/ 757210 h 2592001"/>
                  <a:gd name="connsiteX109" fmla="*/ 1545754 w 2592000"/>
                  <a:gd name="connsiteY109" fmla="*/ 523152 h 2592001"/>
                  <a:gd name="connsiteX110" fmla="*/ 1603872 w 2592000"/>
                  <a:gd name="connsiteY110" fmla="*/ 281232 h 2592001"/>
                  <a:gd name="connsiteX111" fmla="*/ 1296000 w 2592000"/>
                  <a:gd name="connsiteY111" fmla="*/ 235642 h 259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2592000" h="2592001">
                    <a:moveTo>
                      <a:pt x="2068877" y="235642"/>
                    </a:moveTo>
                    <a:cubicBezTo>
                      <a:pt x="1984061" y="237226"/>
                      <a:pt x="1914941" y="270202"/>
                      <a:pt x="1863101" y="323626"/>
                    </a:cubicBezTo>
                    <a:cubicBezTo>
                      <a:pt x="1811261" y="375466"/>
                      <a:pt x="1781424" y="449309"/>
                      <a:pt x="1781424" y="523124"/>
                    </a:cubicBezTo>
                    <a:cubicBezTo>
                      <a:pt x="1781424" y="565546"/>
                      <a:pt x="1790842" y="607940"/>
                      <a:pt x="1812845" y="651946"/>
                    </a:cubicBezTo>
                    <a:lnTo>
                      <a:pt x="2068906" y="1164068"/>
                    </a:lnTo>
                    <a:lnTo>
                      <a:pt x="2324966" y="651946"/>
                    </a:lnTo>
                    <a:cubicBezTo>
                      <a:pt x="2346970" y="607968"/>
                      <a:pt x="2356387" y="565546"/>
                      <a:pt x="2356387" y="523124"/>
                    </a:cubicBezTo>
                    <a:cubicBezTo>
                      <a:pt x="2356387" y="449280"/>
                      <a:pt x="2324966" y="375466"/>
                      <a:pt x="2274711" y="323626"/>
                    </a:cubicBezTo>
                    <a:cubicBezTo>
                      <a:pt x="2222842" y="270202"/>
                      <a:pt x="2153722" y="237197"/>
                      <a:pt x="2068877" y="235642"/>
                    </a:cubicBezTo>
                    <a:close/>
                    <a:moveTo>
                      <a:pt x="2502461" y="824717"/>
                    </a:moveTo>
                    <a:cubicBezTo>
                      <a:pt x="2560579" y="969265"/>
                      <a:pt x="2592000" y="1129479"/>
                      <a:pt x="2592000" y="1296001"/>
                    </a:cubicBezTo>
                    <a:cubicBezTo>
                      <a:pt x="2592000" y="2012344"/>
                      <a:pt x="2010758" y="2592002"/>
                      <a:pt x="1296000" y="2592002"/>
                    </a:cubicBezTo>
                    <a:cubicBezTo>
                      <a:pt x="579658" y="2592002"/>
                      <a:pt x="0" y="2012344"/>
                      <a:pt x="0" y="1296001"/>
                    </a:cubicBezTo>
                    <a:cubicBezTo>
                      <a:pt x="0" y="579658"/>
                      <a:pt x="579658" y="0"/>
                      <a:pt x="1296000" y="0"/>
                    </a:cubicBezTo>
                    <a:cubicBezTo>
                      <a:pt x="1464077" y="0"/>
                      <a:pt x="1625904" y="32976"/>
                      <a:pt x="1771978" y="91123"/>
                    </a:cubicBezTo>
                    <a:cubicBezTo>
                      <a:pt x="1855238" y="34560"/>
                      <a:pt x="1955779" y="0"/>
                      <a:pt x="2068877" y="0"/>
                    </a:cubicBezTo>
                    <a:cubicBezTo>
                      <a:pt x="2218118" y="0"/>
                      <a:pt x="2351635" y="62842"/>
                      <a:pt x="2444314" y="158659"/>
                    </a:cubicBezTo>
                    <a:cubicBezTo>
                      <a:pt x="2536992" y="256061"/>
                      <a:pt x="2590416" y="384883"/>
                      <a:pt x="2591971" y="523124"/>
                    </a:cubicBezTo>
                    <a:cubicBezTo>
                      <a:pt x="2591971" y="601661"/>
                      <a:pt x="2573107" y="681783"/>
                      <a:pt x="2535408" y="757181"/>
                    </a:cubicBezTo>
                    <a:lnTo>
                      <a:pt x="2502461" y="824717"/>
                    </a:lnTo>
                    <a:close/>
                    <a:moveTo>
                      <a:pt x="925258" y="1768840"/>
                    </a:moveTo>
                    <a:lnTo>
                      <a:pt x="926842" y="1762561"/>
                    </a:lnTo>
                    <a:cubicBezTo>
                      <a:pt x="925258" y="1724862"/>
                      <a:pt x="895421" y="1693441"/>
                      <a:pt x="856138" y="1693441"/>
                    </a:cubicBezTo>
                    <a:lnTo>
                      <a:pt x="768154" y="1693441"/>
                    </a:lnTo>
                    <a:cubicBezTo>
                      <a:pt x="681754" y="1693441"/>
                      <a:pt x="598493" y="1657297"/>
                      <a:pt x="538790" y="1589761"/>
                    </a:cubicBezTo>
                    <a:cubicBezTo>
                      <a:pt x="523094" y="1572481"/>
                      <a:pt x="508954" y="1566203"/>
                      <a:pt x="488534" y="1566203"/>
                    </a:cubicBezTo>
                    <a:cubicBezTo>
                      <a:pt x="464976" y="1566203"/>
                      <a:pt x="438278" y="1580344"/>
                      <a:pt x="425693" y="1607041"/>
                    </a:cubicBezTo>
                    <a:lnTo>
                      <a:pt x="350294" y="1775118"/>
                    </a:lnTo>
                    <a:cubicBezTo>
                      <a:pt x="400550" y="1875659"/>
                      <a:pt x="466531" y="1966782"/>
                      <a:pt x="546653" y="2046875"/>
                    </a:cubicBezTo>
                    <a:cubicBezTo>
                      <a:pt x="581213" y="2081435"/>
                      <a:pt x="617357" y="2112856"/>
                      <a:pt x="656611" y="2141138"/>
                    </a:cubicBezTo>
                    <a:lnTo>
                      <a:pt x="805853" y="2051598"/>
                    </a:lnTo>
                    <a:cubicBezTo>
                      <a:pt x="867110" y="2015454"/>
                      <a:pt x="907949" y="1951057"/>
                      <a:pt x="914256" y="1880382"/>
                    </a:cubicBezTo>
                    <a:lnTo>
                      <a:pt x="925258" y="1768840"/>
                    </a:lnTo>
                    <a:close/>
                    <a:moveTo>
                      <a:pt x="1296000" y="235642"/>
                    </a:moveTo>
                    <a:cubicBezTo>
                      <a:pt x="1002240" y="235642"/>
                      <a:pt x="738317" y="355018"/>
                      <a:pt x="546682" y="546682"/>
                    </a:cubicBezTo>
                    <a:cubicBezTo>
                      <a:pt x="540403" y="552960"/>
                      <a:pt x="534125" y="559239"/>
                      <a:pt x="529402" y="565546"/>
                    </a:cubicBezTo>
                    <a:lnTo>
                      <a:pt x="568685" y="711648"/>
                    </a:lnTo>
                    <a:lnTo>
                      <a:pt x="568685" y="713232"/>
                    </a:lnTo>
                    <a:cubicBezTo>
                      <a:pt x="570269" y="721095"/>
                      <a:pt x="579686" y="730513"/>
                      <a:pt x="595382" y="732097"/>
                    </a:cubicBezTo>
                    <a:lnTo>
                      <a:pt x="780739" y="732097"/>
                    </a:lnTo>
                    <a:lnTo>
                      <a:pt x="804298" y="716401"/>
                    </a:lnTo>
                    <a:lnTo>
                      <a:pt x="865555" y="598580"/>
                    </a:lnTo>
                    <a:cubicBezTo>
                      <a:pt x="914256" y="509040"/>
                      <a:pt x="1005379" y="457200"/>
                      <a:pt x="1098058" y="458756"/>
                    </a:cubicBezTo>
                    <a:cubicBezTo>
                      <a:pt x="1149898" y="458756"/>
                      <a:pt x="1201738" y="472896"/>
                      <a:pt x="1247299" y="504317"/>
                    </a:cubicBezTo>
                    <a:lnTo>
                      <a:pt x="1248883" y="505901"/>
                    </a:lnTo>
                    <a:lnTo>
                      <a:pt x="1336867" y="564020"/>
                    </a:lnTo>
                    <a:lnTo>
                      <a:pt x="1338451" y="565604"/>
                    </a:lnTo>
                    <a:cubicBezTo>
                      <a:pt x="1412294" y="617444"/>
                      <a:pt x="1449994" y="699120"/>
                      <a:pt x="1449994" y="780826"/>
                    </a:cubicBezTo>
                    <a:cubicBezTo>
                      <a:pt x="1449994" y="837389"/>
                      <a:pt x="1431130" y="895508"/>
                      <a:pt x="1393430" y="944209"/>
                    </a:cubicBezTo>
                    <a:lnTo>
                      <a:pt x="1391846" y="947348"/>
                    </a:lnTo>
                    <a:lnTo>
                      <a:pt x="1387123" y="963044"/>
                    </a:lnTo>
                    <a:lnTo>
                      <a:pt x="1401264" y="989742"/>
                    </a:lnTo>
                    <a:lnTo>
                      <a:pt x="1544227" y="1066724"/>
                    </a:lnTo>
                    <a:cubicBezTo>
                      <a:pt x="1544227" y="1066724"/>
                      <a:pt x="1545811" y="1066724"/>
                      <a:pt x="1545811" y="1068308"/>
                    </a:cubicBezTo>
                    <a:cubicBezTo>
                      <a:pt x="1616515" y="1106007"/>
                      <a:pt x="1665187" y="1173572"/>
                      <a:pt x="1679328" y="1248971"/>
                    </a:cubicBezTo>
                    <a:lnTo>
                      <a:pt x="1748448" y="1591432"/>
                    </a:lnTo>
                    <a:lnTo>
                      <a:pt x="1757866" y="1607128"/>
                    </a:lnTo>
                    <a:lnTo>
                      <a:pt x="1776730" y="1613406"/>
                    </a:lnTo>
                    <a:lnTo>
                      <a:pt x="1792426" y="1607128"/>
                    </a:lnTo>
                    <a:lnTo>
                      <a:pt x="1794010" y="1607128"/>
                    </a:lnTo>
                    <a:lnTo>
                      <a:pt x="1842711" y="1552148"/>
                    </a:lnTo>
                    <a:cubicBezTo>
                      <a:pt x="1886688" y="1505031"/>
                      <a:pt x="1960531" y="1500308"/>
                      <a:pt x="2009232" y="1544286"/>
                    </a:cubicBezTo>
                    <a:cubicBezTo>
                      <a:pt x="2056349" y="1588264"/>
                      <a:pt x="2059488" y="1663662"/>
                      <a:pt x="2017095" y="1710808"/>
                    </a:cubicBezTo>
                    <a:lnTo>
                      <a:pt x="1960531" y="1773649"/>
                    </a:lnTo>
                    <a:lnTo>
                      <a:pt x="1952640" y="1779841"/>
                    </a:lnTo>
                    <a:cubicBezTo>
                      <a:pt x="1902384" y="1826958"/>
                      <a:pt x="1837958" y="1848961"/>
                      <a:pt x="1776701" y="1848961"/>
                    </a:cubicBezTo>
                    <a:cubicBezTo>
                      <a:pt x="1716998" y="1848961"/>
                      <a:pt x="1660464" y="1830097"/>
                      <a:pt x="1613319" y="1793982"/>
                    </a:cubicBezTo>
                    <a:cubicBezTo>
                      <a:pt x="1566173" y="1757867"/>
                      <a:pt x="1530058" y="1702859"/>
                      <a:pt x="1517501" y="1636878"/>
                    </a:cubicBezTo>
                    <a:lnTo>
                      <a:pt x="1448381" y="1294417"/>
                    </a:lnTo>
                    <a:lnTo>
                      <a:pt x="1435824" y="1275553"/>
                    </a:lnTo>
                    <a:lnTo>
                      <a:pt x="1434240" y="1275553"/>
                    </a:lnTo>
                    <a:lnTo>
                      <a:pt x="1288138" y="1197015"/>
                    </a:lnTo>
                    <a:lnTo>
                      <a:pt x="1288138" y="1195431"/>
                    </a:lnTo>
                    <a:cubicBezTo>
                      <a:pt x="1197014" y="1145175"/>
                      <a:pt x="1151482" y="1052468"/>
                      <a:pt x="1151482" y="962929"/>
                    </a:cubicBezTo>
                    <a:cubicBezTo>
                      <a:pt x="1151482" y="904810"/>
                      <a:pt x="1170346" y="848247"/>
                      <a:pt x="1204906" y="802685"/>
                    </a:cubicBezTo>
                    <a:lnTo>
                      <a:pt x="1208045" y="799546"/>
                    </a:lnTo>
                    <a:lnTo>
                      <a:pt x="1214323" y="780682"/>
                    </a:lnTo>
                    <a:lnTo>
                      <a:pt x="1204877" y="760321"/>
                    </a:lnTo>
                    <a:lnTo>
                      <a:pt x="1203293" y="758737"/>
                    </a:lnTo>
                    <a:lnTo>
                      <a:pt x="1115309" y="699034"/>
                    </a:lnTo>
                    <a:lnTo>
                      <a:pt x="1113725" y="699034"/>
                    </a:lnTo>
                    <a:lnTo>
                      <a:pt x="1098029" y="694311"/>
                    </a:lnTo>
                    <a:lnTo>
                      <a:pt x="1076026" y="706868"/>
                    </a:lnTo>
                    <a:lnTo>
                      <a:pt x="1074499" y="708481"/>
                    </a:lnTo>
                    <a:lnTo>
                      <a:pt x="1013242" y="826301"/>
                    </a:lnTo>
                    <a:lnTo>
                      <a:pt x="1013242" y="827885"/>
                    </a:lnTo>
                    <a:cubicBezTo>
                      <a:pt x="966125" y="914285"/>
                      <a:pt x="876586" y="967710"/>
                      <a:pt x="780739" y="967710"/>
                    </a:cubicBezTo>
                    <a:lnTo>
                      <a:pt x="595382" y="967710"/>
                    </a:lnTo>
                    <a:cubicBezTo>
                      <a:pt x="490118" y="967710"/>
                      <a:pt x="395885" y="906452"/>
                      <a:pt x="353462" y="810605"/>
                    </a:cubicBezTo>
                    <a:cubicBezTo>
                      <a:pt x="278064" y="955124"/>
                      <a:pt x="235642" y="1120062"/>
                      <a:pt x="235642" y="1296001"/>
                    </a:cubicBezTo>
                    <a:cubicBezTo>
                      <a:pt x="235642" y="1347841"/>
                      <a:pt x="238781" y="1399681"/>
                      <a:pt x="248198" y="1449937"/>
                    </a:cubicBezTo>
                    <a:cubicBezTo>
                      <a:pt x="306317" y="1372955"/>
                      <a:pt x="395856" y="1330561"/>
                      <a:pt x="488534" y="1330561"/>
                    </a:cubicBezTo>
                    <a:cubicBezTo>
                      <a:pt x="571795" y="1330561"/>
                      <a:pt x="656611" y="1366705"/>
                      <a:pt x="716314" y="1434241"/>
                    </a:cubicBezTo>
                    <a:cubicBezTo>
                      <a:pt x="728870" y="1449937"/>
                      <a:pt x="747734" y="1457799"/>
                      <a:pt x="768154" y="1457799"/>
                    </a:cubicBezTo>
                    <a:lnTo>
                      <a:pt x="856138" y="1457799"/>
                    </a:lnTo>
                    <a:cubicBezTo>
                      <a:pt x="1027354" y="1457799"/>
                      <a:pt x="1160899" y="1596040"/>
                      <a:pt x="1162454" y="1762561"/>
                    </a:cubicBezTo>
                    <a:lnTo>
                      <a:pt x="1160870" y="1792398"/>
                    </a:lnTo>
                    <a:lnTo>
                      <a:pt x="1160870" y="1793982"/>
                    </a:lnTo>
                    <a:lnTo>
                      <a:pt x="1148314" y="1903941"/>
                    </a:lnTo>
                    <a:cubicBezTo>
                      <a:pt x="1134173" y="2050043"/>
                      <a:pt x="1052496" y="2178837"/>
                      <a:pt x="926813" y="2254264"/>
                    </a:cubicBezTo>
                    <a:lnTo>
                      <a:pt x="890669" y="2276267"/>
                    </a:lnTo>
                    <a:cubicBezTo>
                      <a:pt x="1014768" y="2328107"/>
                      <a:pt x="1151453" y="2356389"/>
                      <a:pt x="1295971" y="2356389"/>
                    </a:cubicBezTo>
                    <a:cubicBezTo>
                      <a:pt x="1588147" y="2356389"/>
                      <a:pt x="1853654" y="2238568"/>
                      <a:pt x="2045290" y="2046933"/>
                    </a:cubicBezTo>
                    <a:cubicBezTo>
                      <a:pt x="2236954" y="1853713"/>
                      <a:pt x="2356330" y="1589790"/>
                      <a:pt x="2356330" y="1296030"/>
                    </a:cubicBezTo>
                    <a:cubicBezTo>
                      <a:pt x="2356330" y="1244190"/>
                      <a:pt x="2351607" y="1190766"/>
                      <a:pt x="2343773" y="1140510"/>
                    </a:cubicBezTo>
                    <a:lnTo>
                      <a:pt x="2251095" y="1324311"/>
                    </a:lnTo>
                    <a:cubicBezTo>
                      <a:pt x="2214950" y="1398155"/>
                      <a:pt x="2139552" y="1438993"/>
                      <a:pt x="2068877" y="1437409"/>
                    </a:cubicBezTo>
                    <a:cubicBezTo>
                      <a:pt x="1998173" y="1438993"/>
                      <a:pt x="1921219" y="1398126"/>
                      <a:pt x="1885075" y="1324311"/>
                    </a:cubicBezTo>
                    <a:lnTo>
                      <a:pt x="1600733" y="757210"/>
                    </a:lnTo>
                    <a:cubicBezTo>
                      <a:pt x="1563034" y="680228"/>
                      <a:pt x="1545754" y="600106"/>
                      <a:pt x="1545754" y="523152"/>
                    </a:cubicBezTo>
                    <a:cubicBezTo>
                      <a:pt x="1545754" y="436752"/>
                      <a:pt x="1566173" y="355075"/>
                      <a:pt x="1603872" y="281232"/>
                    </a:cubicBezTo>
                    <a:cubicBezTo>
                      <a:pt x="1508083" y="251338"/>
                      <a:pt x="1404403" y="235642"/>
                      <a:pt x="1296000" y="235642"/>
                    </a:cubicBezTo>
                    <a:close/>
                  </a:path>
                </a:pathLst>
              </a:custGeom>
              <a:grpFill/>
              <a:ln w="287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D80FCD0C-960B-49F9-B7FF-BC5817844F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2922" b="38715"/>
          <a:stretch/>
        </p:blipFill>
        <p:spPr>
          <a:xfrm>
            <a:off x="8554079" y="1368486"/>
            <a:ext cx="2802790" cy="1721350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4FAFA6B-AE76-4FE7-B745-5881F5E82126}"/>
              </a:ext>
            </a:extLst>
          </p:cNvPr>
          <p:cNvSpPr/>
          <p:nvPr/>
        </p:nvSpPr>
        <p:spPr>
          <a:xfrm>
            <a:off x="8871852" y="1253660"/>
            <a:ext cx="2102012" cy="2114259"/>
          </a:xfrm>
          <a:prstGeom prst="roundRect">
            <a:avLst/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C36AAFA-BCD3-4A6C-8615-F06B09E282F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570" y="1670915"/>
            <a:ext cx="2008009" cy="1758085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641B081-B2AE-4EB7-B20C-B7B27FBC96AD}"/>
              </a:ext>
            </a:extLst>
          </p:cNvPr>
          <p:cNvSpPr/>
          <p:nvPr/>
        </p:nvSpPr>
        <p:spPr>
          <a:xfrm>
            <a:off x="4679577" y="746627"/>
            <a:ext cx="3551087" cy="5961537"/>
          </a:xfrm>
          <a:prstGeom prst="roundRect">
            <a:avLst/>
          </a:prstGeom>
          <a:noFill/>
          <a:ln w="50800">
            <a:solidFill>
              <a:srgbClr val="F45E5E">
                <a:alpha val="67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929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03E1D3-3F22-4E99-99AB-2297FC811E30}"/>
              </a:ext>
            </a:extLst>
          </p:cNvPr>
          <p:cNvSpPr txBox="1"/>
          <p:nvPr/>
        </p:nvSpPr>
        <p:spPr>
          <a:xfrm>
            <a:off x="558799" y="515795"/>
            <a:ext cx="2511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FinE</a:t>
            </a:r>
          </a:p>
          <a:p>
            <a:r>
              <a:rPr lang="en-US" altLang="ko-KR" sz="2400" dirty="0"/>
              <a:t>Business</a:t>
            </a:r>
            <a:r>
              <a:rPr lang="ko-KR" altLang="en-US" sz="2400" dirty="0"/>
              <a:t> </a:t>
            </a:r>
            <a:r>
              <a:rPr lang="en-US" altLang="ko-KR" sz="2400" dirty="0"/>
              <a:t>Model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B5F757-E386-4CDE-9597-21BEF5A58A80}"/>
              </a:ext>
            </a:extLst>
          </p:cNvPr>
          <p:cNvSpPr txBox="1"/>
          <p:nvPr/>
        </p:nvSpPr>
        <p:spPr>
          <a:xfrm>
            <a:off x="5230253" y="492872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매장 방문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E5FA429-89B6-454C-AE65-77FDBA0A5401}"/>
              </a:ext>
            </a:extLst>
          </p:cNvPr>
          <p:cNvCxnSpPr>
            <a:cxnSpLocks/>
          </p:cNvCxnSpPr>
          <p:nvPr/>
        </p:nvCxnSpPr>
        <p:spPr>
          <a:xfrm>
            <a:off x="6777216" y="2749739"/>
            <a:ext cx="1025012" cy="116868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71CAD10-B8C7-4DE7-85A9-317641772547}"/>
              </a:ext>
            </a:extLst>
          </p:cNvPr>
          <p:cNvCxnSpPr>
            <a:cxnSpLocks/>
          </p:cNvCxnSpPr>
          <p:nvPr/>
        </p:nvCxnSpPr>
        <p:spPr>
          <a:xfrm flipH="1">
            <a:off x="3749178" y="2749739"/>
            <a:ext cx="1074327" cy="1113225"/>
          </a:xfrm>
          <a:prstGeom prst="straightConnector1">
            <a:avLst/>
          </a:prstGeom>
          <a:ln w="381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BE9A7DF-DEE9-48AF-8DC3-736485A0BFF0}"/>
              </a:ext>
            </a:extLst>
          </p:cNvPr>
          <p:cNvCxnSpPr>
            <a:cxnSpLocks/>
          </p:cNvCxnSpPr>
          <p:nvPr/>
        </p:nvCxnSpPr>
        <p:spPr>
          <a:xfrm>
            <a:off x="4303322" y="4929313"/>
            <a:ext cx="3531279" cy="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648FF6-5E88-457E-920A-9446516044C3}"/>
              </a:ext>
            </a:extLst>
          </p:cNvPr>
          <p:cNvSpPr txBox="1"/>
          <p:nvPr/>
        </p:nvSpPr>
        <p:spPr>
          <a:xfrm>
            <a:off x="2776929" y="2919315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latin typeface="+mn-ea"/>
              </a:rPr>
              <a:t>상품 정보 제공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3B821DF-C53D-41D7-9524-744D94B77CC7}"/>
              </a:ext>
            </a:extLst>
          </p:cNvPr>
          <p:cNvCxnSpPr>
            <a:cxnSpLocks/>
          </p:cNvCxnSpPr>
          <p:nvPr/>
        </p:nvCxnSpPr>
        <p:spPr>
          <a:xfrm flipH="1" flipV="1">
            <a:off x="7079077" y="2474172"/>
            <a:ext cx="1124180" cy="1194896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A4681DF-70B2-42C6-822A-5481F247DDEB}"/>
              </a:ext>
            </a:extLst>
          </p:cNvPr>
          <p:cNvSpPr txBox="1"/>
          <p:nvPr/>
        </p:nvSpPr>
        <p:spPr>
          <a:xfrm>
            <a:off x="1682961" y="5164185"/>
            <a:ext cx="1655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Customer</a:t>
            </a:r>
            <a:endParaRPr lang="ko-KR" altLang="en-US" sz="2400" b="1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79165C47-8C24-4E27-8CF9-0B336088C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2733" y="3918428"/>
            <a:ext cx="1379628" cy="1379628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0C7AEC52-4FC4-48E4-97D3-77FC8C63D1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0531" y="3480249"/>
            <a:ext cx="2053717" cy="21484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A252771-0F32-4FE9-9A41-5BB79BC78DDF}"/>
              </a:ext>
            </a:extLst>
          </p:cNvPr>
          <p:cNvSpPr txBox="1"/>
          <p:nvPr/>
        </p:nvSpPr>
        <p:spPr>
          <a:xfrm>
            <a:off x="7732893" y="300842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매장 정보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C5DC1D-F03C-479D-B8D0-F44B48820784}"/>
              </a:ext>
            </a:extLst>
          </p:cNvPr>
          <p:cNvSpPr txBox="1"/>
          <p:nvPr/>
        </p:nvSpPr>
        <p:spPr>
          <a:xfrm>
            <a:off x="7077383" y="252348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이용료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EBC163-FDC7-4F19-BBB2-449C237A49EA}"/>
              </a:ext>
            </a:extLst>
          </p:cNvPr>
          <p:cNvSpPr txBox="1"/>
          <p:nvPr/>
        </p:nvSpPr>
        <p:spPr>
          <a:xfrm>
            <a:off x="8351904" y="5164184"/>
            <a:ext cx="213569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00000"/>
                </a:soli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Partner Store</a:t>
            </a:r>
            <a:r>
              <a:rPr lang="ko-KR" altLang="en-US" sz="2400" b="1" dirty="0">
                <a:solidFill>
                  <a:srgbClr val="000000"/>
                </a:soli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endParaRPr lang="en-US" altLang="ko-KR" sz="2400" b="1" dirty="0">
              <a:solidFill>
                <a:srgbClr val="000000"/>
              </a:soli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03E5A5-78D5-470F-9EBA-65B28BC8258F}"/>
              </a:ext>
            </a:extLst>
          </p:cNvPr>
          <p:cNvSpPr txBox="1"/>
          <p:nvPr/>
        </p:nvSpPr>
        <p:spPr>
          <a:xfrm>
            <a:off x="6251676" y="339174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온라인 마케팅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7A1046-FDF7-415D-94CF-FDBD59A97FB1}"/>
              </a:ext>
            </a:extLst>
          </p:cNvPr>
          <p:cNvSpPr txBox="1"/>
          <p:nvPr/>
        </p:nvSpPr>
        <p:spPr>
          <a:xfrm>
            <a:off x="5820899" y="2939397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POS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2FEA1A2-74CF-4F95-A03D-1E0D5AA11E75}"/>
              </a:ext>
            </a:extLst>
          </p:cNvPr>
          <p:cNvGrpSpPr/>
          <p:nvPr/>
        </p:nvGrpSpPr>
        <p:grpSpPr>
          <a:xfrm>
            <a:off x="4957472" y="772083"/>
            <a:ext cx="1591898" cy="2466513"/>
            <a:chOff x="4957472" y="772083"/>
            <a:chExt cx="1591898" cy="2466513"/>
          </a:xfrm>
        </p:grpSpPr>
        <p:grpSp>
          <p:nvGrpSpPr>
            <p:cNvPr id="35" name="내용 개체 틀 4">
              <a:extLst>
                <a:ext uri="{FF2B5EF4-FFF2-40B4-BE49-F238E27FC236}">
                  <a16:creationId xmlns:a16="http://schemas.microsoft.com/office/drawing/2014/main" id="{8F8DCF8A-1658-4FE4-8A11-969DB5536D6F}"/>
                </a:ext>
              </a:extLst>
            </p:cNvPr>
            <p:cNvGrpSpPr/>
            <p:nvPr/>
          </p:nvGrpSpPr>
          <p:grpSpPr>
            <a:xfrm>
              <a:off x="4957472" y="1382620"/>
              <a:ext cx="1591898" cy="1855976"/>
              <a:chOff x="1132219" y="2169605"/>
              <a:chExt cx="2880000" cy="3600002"/>
            </a:xfrm>
            <a:solidFill>
              <a:srgbClr val="F45E5E"/>
            </a:solidFill>
          </p:grpSpPr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730661CF-D8C9-44E7-80F1-53D2D90BFF0A}"/>
                  </a:ext>
                </a:extLst>
              </p:cNvPr>
              <p:cNvSpPr/>
              <p:nvPr/>
            </p:nvSpPr>
            <p:spPr>
              <a:xfrm>
                <a:off x="3219441" y="2715740"/>
                <a:ext cx="230400" cy="230400"/>
              </a:xfrm>
              <a:custGeom>
                <a:avLst/>
                <a:gdLst>
                  <a:gd name="connsiteX0" fmla="*/ 0 w 230400"/>
                  <a:gd name="connsiteY0" fmla="*/ 125683 h 230400"/>
                  <a:gd name="connsiteX1" fmla="*/ 125683 w 230400"/>
                  <a:gd name="connsiteY1" fmla="*/ 0 h 230400"/>
                  <a:gd name="connsiteX2" fmla="*/ 251366 w 230400"/>
                  <a:gd name="connsiteY2" fmla="*/ 125683 h 230400"/>
                  <a:gd name="connsiteX3" fmla="*/ 125683 w 230400"/>
                  <a:gd name="connsiteY3" fmla="*/ 251367 h 230400"/>
                  <a:gd name="connsiteX4" fmla="*/ 0 w 230400"/>
                  <a:gd name="connsiteY4" fmla="*/ 125683 h 2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0400" h="230400">
                    <a:moveTo>
                      <a:pt x="0" y="125683"/>
                    </a:moveTo>
                    <a:cubicBezTo>
                      <a:pt x="0" y="56563"/>
                      <a:pt x="56563" y="0"/>
                      <a:pt x="125683" y="0"/>
                    </a:cubicBezTo>
                    <a:cubicBezTo>
                      <a:pt x="194803" y="0"/>
                      <a:pt x="251366" y="56563"/>
                      <a:pt x="251366" y="125683"/>
                    </a:cubicBezTo>
                    <a:cubicBezTo>
                      <a:pt x="251366" y="196387"/>
                      <a:pt x="194803" y="251367"/>
                      <a:pt x="125683" y="251367"/>
                    </a:cubicBezTo>
                    <a:cubicBezTo>
                      <a:pt x="56563" y="251367"/>
                      <a:pt x="0" y="196387"/>
                      <a:pt x="0" y="125683"/>
                    </a:cubicBezTo>
                    <a:close/>
                  </a:path>
                </a:pathLst>
              </a:custGeom>
              <a:grpFill/>
              <a:ln w="287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7" name="자유형: 도형 36">
                <a:extLst>
                  <a:ext uri="{FF2B5EF4-FFF2-40B4-BE49-F238E27FC236}">
                    <a16:creationId xmlns:a16="http://schemas.microsoft.com/office/drawing/2014/main" id="{233C0BCC-2526-4940-9587-C649E93E9D8C}"/>
                  </a:ext>
                </a:extLst>
              </p:cNvPr>
              <p:cNvSpPr/>
              <p:nvPr/>
            </p:nvSpPr>
            <p:spPr>
              <a:xfrm>
                <a:off x="1276219" y="2313605"/>
                <a:ext cx="2592000" cy="2592002"/>
              </a:xfrm>
              <a:custGeom>
                <a:avLst/>
                <a:gdLst>
                  <a:gd name="connsiteX0" fmla="*/ 2068877 w 2592000"/>
                  <a:gd name="connsiteY0" fmla="*/ 235642 h 2592001"/>
                  <a:gd name="connsiteX1" fmla="*/ 1863101 w 2592000"/>
                  <a:gd name="connsiteY1" fmla="*/ 323626 h 2592001"/>
                  <a:gd name="connsiteX2" fmla="*/ 1781424 w 2592000"/>
                  <a:gd name="connsiteY2" fmla="*/ 523124 h 2592001"/>
                  <a:gd name="connsiteX3" fmla="*/ 1812845 w 2592000"/>
                  <a:gd name="connsiteY3" fmla="*/ 651946 h 2592001"/>
                  <a:gd name="connsiteX4" fmla="*/ 2068906 w 2592000"/>
                  <a:gd name="connsiteY4" fmla="*/ 1164068 h 2592001"/>
                  <a:gd name="connsiteX5" fmla="*/ 2324966 w 2592000"/>
                  <a:gd name="connsiteY5" fmla="*/ 651946 h 2592001"/>
                  <a:gd name="connsiteX6" fmla="*/ 2356387 w 2592000"/>
                  <a:gd name="connsiteY6" fmla="*/ 523124 h 2592001"/>
                  <a:gd name="connsiteX7" fmla="*/ 2274711 w 2592000"/>
                  <a:gd name="connsiteY7" fmla="*/ 323626 h 2592001"/>
                  <a:gd name="connsiteX8" fmla="*/ 2068877 w 2592000"/>
                  <a:gd name="connsiteY8" fmla="*/ 235642 h 2592001"/>
                  <a:gd name="connsiteX9" fmla="*/ 2502461 w 2592000"/>
                  <a:gd name="connsiteY9" fmla="*/ 824717 h 2592001"/>
                  <a:gd name="connsiteX10" fmla="*/ 2592000 w 2592000"/>
                  <a:gd name="connsiteY10" fmla="*/ 1296001 h 2592001"/>
                  <a:gd name="connsiteX11" fmla="*/ 1296000 w 2592000"/>
                  <a:gd name="connsiteY11" fmla="*/ 2592002 h 2592001"/>
                  <a:gd name="connsiteX12" fmla="*/ 0 w 2592000"/>
                  <a:gd name="connsiteY12" fmla="*/ 1296001 h 2592001"/>
                  <a:gd name="connsiteX13" fmla="*/ 1296000 w 2592000"/>
                  <a:gd name="connsiteY13" fmla="*/ 0 h 2592001"/>
                  <a:gd name="connsiteX14" fmla="*/ 1771978 w 2592000"/>
                  <a:gd name="connsiteY14" fmla="*/ 91123 h 2592001"/>
                  <a:gd name="connsiteX15" fmla="*/ 2068877 w 2592000"/>
                  <a:gd name="connsiteY15" fmla="*/ 0 h 2592001"/>
                  <a:gd name="connsiteX16" fmla="*/ 2444314 w 2592000"/>
                  <a:gd name="connsiteY16" fmla="*/ 158659 h 2592001"/>
                  <a:gd name="connsiteX17" fmla="*/ 2591971 w 2592000"/>
                  <a:gd name="connsiteY17" fmla="*/ 523124 h 2592001"/>
                  <a:gd name="connsiteX18" fmla="*/ 2535408 w 2592000"/>
                  <a:gd name="connsiteY18" fmla="*/ 757181 h 2592001"/>
                  <a:gd name="connsiteX19" fmla="*/ 2502461 w 2592000"/>
                  <a:gd name="connsiteY19" fmla="*/ 824717 h 2592001"/>
                  <a:gd name="connsiteX20" fmla="*/ 925258 w 2592000"/>
                  <a:gd name="connsiteY20" fmla="*/ 1768840 h 2592001"/>
                  <a:gd name="connsiteX21" fmla="*/ 926842 w 2592000"/>
                  <a:gd name="connsiteY21" fmla="*/ 1762561 h 2592001"/>
                  <a:gd name="connsiteX22" fmla="*/ 856138 w 2592000"/>
                  <a:gd name="connsiteY22" fmla="*/ 1693441 h 2592001"/>
                  <a:gd name="connsiteX23" fmla="*/ 768154 w 2592000"/>
                  <a:gd name="connsiteY23" fmla="*/ 1693441 h 2592001"/>
                  <a:gd name="connsiteX24" fmla="*/ 538790 w 2592000"/>
                  <a:gd name="connsiteY24" fmla="*/ 1589761 h 2592001"/>
                  <a:gd name="connsiteX25" fmla="*/ 488534 w 2592000"/>
                  <a:gd name="connsiteY25" fmla="*/ 1566203 h 2592001"/>
                  <a:gd name="connsiteX26" fmla="*/ 425693 w 2592000"/>
                  <a:gd name="connsiteY26" fmla="*/ 1607041 h 2592001"/>
                  <a:gd name="connsiteX27" fmla="*/ 350294 w 2592000"/>
                  <a:gd name="connsiteY27" fmla="*/ 1775118 h 2592001"/>
                  <a:gd name="connsiteX28" fmla="*/ 546653 w 2592000"/>
                  <a:gd name="connsiteY28" fmla="*/ 2046875 h 2592001"/>
                  <a:gd name="connsiteX29" fmla="*/ 656611 w 2592000"/>
                  <a:gd name="connsiteY29" fmla="*/ 2141138 h 2592001"/>
                  <a:gd name="connsiteX30" fmla="*/ 805853 w 2592000"/>
                  <a:gd name="connsiteY30" fmla="*/ 2051598 h 2592001"/>
                  <a:gd name="connsiteX31" fmla="*/ 914256 w 2592000"/>
                  <a:gd name="connsiteY31" fmla="*/ 1880382 h 2592001"/>
                  <a:gd name="connsiteX32" fmla="*/ 925258 w 2592000"/>
                  <a:gd name="connsiteY32" fmla="*/ 1768840 h 2592001"/>
                  <a:gd name="connsiteX33" fmla="*/ 1296000 w 2592000"/>
                  <a:gd name="connsiteY33" fmla="*/ 235642 h 2592001"/>
                  <a:gd name="connsiteX34" fmla="*/ 546682 w 2592000"/>
                  <a:gd name="connsiteY34" fmla="*/ 546682 h 2592001"/>
                  <a:gd name="connsiteX35" fmla="*/ 529402 w 2592000"/>
                  <a:gd name="connsiteY35" fmla="*/ 565546 h 2592001"/>
                  <a:gd name="connsiteX36" fmla="*/ 568685 w 2592000"/>
                  <a:gd name="connsiteY36" fmla="*/ 711648 h 2592001"/>
                  <a:gd name="connsiteX37" fmla="*/ 568685 w 2592000"/>
                  <a:gd name="connsiteY37" fmla="*/ 713232 h 2592001"/>
                  <a:gd name="connsiteX38" fmla="*/ 595382 w 2592000"/>
                  <a:gd name="connsiteY38" fmla="*/ 732097 h 2592001"/>
                  <a:gd name="connsiteX39" fmla="*/ 780739 w 2592000"/>
                  <a:gd name="connsiteY39" fmla="*/ 732097 h 2592001"/>
                  <a:gd name="connsiteX40" fmla="*/ 804298 w 2592000"/>
                  <a:gd name="connsiteY40" fmla="*/ 716401 h 2592001"/>
                  <a:gd name="connsiteX41" fmla="*/ 865555 w 2592000"/>
                  <a:gd name="connsiteY41" fmla="*/ 598580 h 2592001"/>
                  <a:gd name="connsiteX42" fmla="*/ 1098058 w 2592000"/>
                  <a:gd name="connsiteY42" fmla="*/ 458756 h 2592001"/>
                  <a:gd name="connsiteX43" fmla="*/ 1247299 w 2592000"/>
                  <a:gd name="connsiteY43" fmla="*/ 504317 h 2592001"/>
                  <a:gd name="connsiteX44" fmla="*/ 1248883 w 2592000"/>
                  <a:gd name="connsiteY44" fmla="*/ 505901 h 2592001"/>
                  <a:gd name="connsiteX45" fmla="*/ 1336867 w 2592000"/>
                  <a:gd name="connsiteY45" fmla="*/ 564020 h 2592001"/>
                  <a:gd name="connsiteX46" fmla="*/ 1338451 w 2592000"/>
                  <a:gd name="connsiteY46" fmla="*/ 565604 h 2592001"/>
                  <a:gd name="connsiteX47" fmla="*/ 1449994 w 2592000"/>
                  <a:gd name="connsiteY47" fmla="*/ 780826 h 2592001"/>
                  <a:gd name="connsiteX48" fmla="*/ 1393430 w 2592000"/>
                  <a:gd name="connsiteY48" fmla="*/ 944209 h 2592001"/>
                  <a:gd name="connsiteX49" fmla="*/ 1391846 w 2592000"/>
                  <a:gd name="connsiteY49" fmla="*/ 947348 h 2592001"/>
                  <a:gd name="connsiteX50" fmla="*/ 1387123 w 2592000"/>
                  <a:gd name="connsiteY50" fmla="*/ 963044 h 2592001"/>
                  <a:gd name="connsiteX51" fmla="*/ 1401264 w 2592000"/>
                  <a:gd name="connsiteY51" fmla="*/ 989742 h 2592001"/>
                  <a:gd name="connsiteX52" fmla="*/ 1544227 w 2592000"/>
                  <a:gd name="connsiteY52" fmla="*/ 1066724 h 2592001"/>
                  <a:gd name="connsiteX53" fmla="*/ 1545811 w 2592000"/>
                  <a:gd name="connsiteY53" fmla="*/ 1068308 h 2592001"/>
                  <a:gd name="connsiteX54" fmla="*/ 1679328 w 2592000"/>
                  <a:gd name="connsiteY54" fmla="*/ 1248971 h 2592001"/>
                  <a:gd name="connsiteX55" fmla="*/ 1748448 w 2592000"/>
                  <a:gd name="connsiteY55" fmla="*/ 1591432 h 2592001"/>
                  <a:gd name="connsiteX56" fmla="*/ 1757866 w 2592000"/>
                  <a:gd name="connsiteY56" fmla="*/ 1607128 h 2592001"/>
                  <a:gd name="connsiteX57" fmla="*/ 1776730 w 2592000"/>
                  <a:gd name="connsiteY57" fmla="*/ 1613406 h 2592001"/>
                  <a:gd name="connsiteX58" fmla="*/ 1792426 w 2592000"/>
                  <a:gd name="connsiteY58" fmla="*/ 1607128 h 2592001"/>
                  <a:gd name="connsiteX59" fmla="*/ 1794010 w 2592000"/>
                  <a:gd name="connsiteY59" fmla="*/ 1607128 h 2592001"/>
                  <a:gd name="connsiteX60" fmla="*/ 1842711 w 2592000"/>
                  <a:gd name="connsiteY60" fmla="*/ 1552148 h 2592001"/>
                  <a:gd name="connsiteX61" fmla="*/ 2009232 w 2592000"/>
                  <a:gd name="connsiteY61" fmla="*/ 1544286 h 2592001"/>
                  <a:gd name="connsiteX62" fmla="*/ 2017095 w 2592000"/>
                  <a:gd name="connsiteY62" fmla="*/ 1710808 h 2592001"/>
                  <a:gd name="connsiteX63" fmla="*/ 1960531 w 2592000"/>
                  <a:gd name="connsiteY63" fmla="*/ 1773649 h 2592001"/>
                  <a:gd name="connsiteX64" fmla="*/ 1952640 w 2592000"/>
                  <a:gd name="connsiteY64" fmla="*/ 1779841 h 2592001"/>
                  <a:gd name="connsiteX65" fmla="*/ 1776701 w 2592000"/>
                  <a:gd name="connsiteY65" fmla="*/ 1848961 h 2592001"/>
                  <a:gd name="connsiteX66" fmla="*/ 1613319 w 2592000"/>
                  <a:gd name="connsiteY66" fmla="*/ 1793982 h 2592001"/>
                  <a:gd name="connsiteX67" fmla="*/ 1517501 w 2592000"/>
                  <a:gd name="connsiteY67" fmla="*/ 1636878 h 2592001"/>
                  <a:gd name="connsiteX68" fmla="*/ 1448381 w 2592000"/>
                  <a:gd name="connsiteY68" fmla="*/ 1294417 h 2592001"/>
                  <a:gd name="connsiteX69" fmla="*/ 1435824 w 2592000"/>
                  <a:gd name="connsiteY69" fmla="*/ 1275553 h 2592001"/>
                  <a:gd name="connsiteX70" fmla="*/ 1434240 w 2592000"/>
                  <a:gd name="connsiteY70" fmla="*/ 1275553 h 2592001"/>
                  <a:gd name="connsiteX71" fmla="*/ 1288138 w 2592000"/>
                  <a:gd name="connsiteY71" fmla="*/ 1197015 h 2592001"/>
                  <a:gd name="connsiteX72" fmla="*/ 1288138 w 2592000"/>
                  <a:gd name="connsiteY72" fmla="*/ 1195431 h 2592001"/>
                  <a:gd name="connsiteX73" fmla="*/ 1151482 w 2592000"/>
                  <a:gd name="connsiteY73" fmla="*/ 962929 h 2592001"/>
                  <a:gd name="connsiteX74" fmla="*/ 1204906 w 2592000"/>
                  <a:gd name="connsiteY74" fmla="*/ 802685 h 2592001"/>
                  <a:gd name="connsiteX75" fmla="*/ 1208045 w 2592000"/>
                  <a:gd name="connsiteY75" fmla="*/ 799546 h 2592001"/>
                  <a:gd name="connsiteX76" fmla="*/ 1214323 w 2592000"/>
                  <a:gd name="connsiteY76" fmla="*/ 780682 h 2592001"/>
                  <a:gd name="connsiteX77" fmla="*/ 1204877 w 2592000"/>
                  <a:gd name="connsiteY77" fmla="*/ 760321 h 2592001"/>
                  <a:gd name="connsiteX78" fmla="*/ 1203293 w 2592000"/>
                  <a:gd name="connsiteY78" fmla="*/ 758737 h 2592001"/>
                  <a:gd name="connsiteX79" fmla="*/ 1115309 w 2592000"/>
                  <a:gd name="connsiteY79" fmla="*/ 699034 h 2592001"/>
                  <a:gd name="connsiteX80" fmla="*/ 1113725 w 2592000"/>
                  <a:gd name="connsiteY80" fmla="*/ 699034 h 2592001"/>
                  <a:gd name="connsiteX81" fmla="*/ 1098029 w 2592000"/>
                  <a:gd name="connsiteY81" fmla="*/ 694311 h 2592001"/>
                  <a:gd name="connsiteX82" fmla="*/ 1076026 w 2592000"/>
                  <a:gd name="connsiteY82" fmla="*/ 706868 h 2592001"/>
                  <a:gd name="connsiteX83" fmla="*/ 1074499 w 2592000"/>
                  <a:gd name="connsiteY83" fmla="*/ 708481 h 2592001"/>
                  <a:gd name="connsiteX84" fmla="*/ 1013242 w 2592000"/>
                  <a:gd name="connsiteY84" fmla="*/ 826301 h 2592001"/>
                  <a:gd name="connsiteX85" fmla="*/ 1013242 w 2592000"/>
                  <a:gd name="connsiteY85" fmla="*/ 827885 h 2592001"/>
                  <a:gd name="connsiteX86" fmla="*/ 780739 w 2592000"/>
                  <a:gd name="connsiteY86" fmla="*/ 967710 h 2592001"/>
                  <a:gd name="connsiteX87" fmla="*/ 595382 w 2592000"/>
                  <a:gd name="connsiteY87" fmla="*/ 967710 h 2592001"/>
                  <a:gd name="connsiteX88" fmla="*/ 353462 w 2592000"/>
                  <a:gd name="connsiteY88" fmla="*/ 810605 h 2592001"/>
                  <a:gd name="connsiteX89" fmla="*/ 235642 w 2592000"/>
                  <a:gd name="connsiteY89" fmla="*/ 1296001 h 2592001"/>
                  <a:gd name="connsiteX90" fmla="*/ 248198 w 2592000"/>
                  <a:gd name="connsiteY90" fmla="*/ 1449937 h 2592001"/>
                  <a:gd name="connsiteX91" fmla="*/ 488534 w 2592000"/>
                  <a:gd name="connsiteY91" fmla="*/ 1330561 h 2592001"/>
                  <a:gd name="connsiteX92" fmla="*/ 716314 w 2592000"/>
                  <a:gd name="connsiteY92" fmla="*/ 1434241 h 2592001"/>
                  <a:gd name="connsiteX93" fmla="*/ 768154 w 2592000"/>
                  <a:gd name="connsiteY93" fmla="*/ 1457799 h 2592001"/>
                  <a:gd name="connsiteX94" fmla="*/ 856138 w 2592000"/>
                  <a:gd name="connsiteY94" fmla="*/ 1457799 h 2592001"/>
                  <a:gd name="connsiteX95" fmla="*/ 1162454 w 2592000"/>
                  <a:gd name="connsiteY95" fmla="*/ 1762561 h 2592001"/>
                  <a:gd name="connsiteX96" fmla="*/ 1160870 w 2592000"/>
                  <a:gd name="connsiteY96" fmla="*/ 1792398 h 2592001"/>
                  <a:gd name="connsiteX97" fmla="*/ 1160870 w 2592000"/>
                  <a:gd name="connsiteY97" fmla="*/ 1793982 h 2592001"/>
                  <a:gd name="connsiteX98" fmla="*/ 1148314 w 2592000"/>
                  <a:gd name="connsiteY98" fmla="*/ 1903941 h 2592001"/>
                  <a:gd name="connsiteX99" fmla="*/ 926813 w 2592000"/>
                  <a:gd name="connsiteY99" fmla="*/ 2254264 h 2592001"/>
                  <a:gd name="connsiteX100" fmla="*/ 890669 w 2592000"/>
                  <a:gd name="connsiteY100" fmla="*/ 2276267 h 2592001"/>
                  <a:gd name="connsiteX101" fmla="*/ 1295971 w 2592000"/>
                  <a:gd name="connsiteY101" fmla="*/ 2356389 h 2592001"/>
                  <a:gd name="connsiteX102" fmla="*/ 2045290 w 2592000"/>
                  <a:gd name="connsiteY102" fmla="*/ 2046933 h 2592001"/>
                  <a:gd name="connsiteX103" fmla="*/ 2356330 w 2592000"/>
                  <a:gd name="connsiteY103" fmla="*/ 1296030 h 2592001"/>
                  <a:gd name="connsiteX104" fmla="*/ 2343773 w 2592000"/>
                  <a:gd name="connsiteY104" fmla="*/ 1140510 h 2592001"/>
                  <a:gd name="connsiteX105" fmla="*/ 2251095 w 2592000"/>
                  <a:gd name="connsiteY105" fmla="*/ 1324311 h 2592001"/>
                  <a:gd name="connsiteX106" fmla="*/ 2068877 w 2592000"/>
                  <a:gd name="connsiteY106" fmla="*/ 1437409 h 2592001"/>
                  <a:gd name="connsiteX107" fmla="*/ 1885075 w 2592000"/>
                  <a:gd name="connsiteY107" fmla="*/ 1324311 h 2592001"/>
                  <a:gd name="connsiteX108" fmla="*/ 1600733 w 2592000"/>
                  <a:gd name="connsiteY108" fmla="*/ 757210 h 2592001"/>
                  <a:gd name="connsiteX109" fmla="*/ 1545754 w 2592000"/>
                  <a:gd name="connsiteY109" fmla="*/ 523152 h 2592001"/>
                  <a:gd name="connsiteX110" fmla="*/ 1603872 w 2592000"/>
                  <a:gd name="connsiteY110" fmla="*/ 281232 h 2592001"/>
                  <a:gd name="connsiteX111" fmla="*/ 1296000 w 2592000"/>
                  <a:gd name="connsiteY111" fmla="*/ 235642 h 259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2592000" h="2592001">
                    <a:moveTo>
                      <a:pt x="2068877" y="235642"/>
                    </a:moveTo>
                    <a:cubicBezTo>
                      <a:pt x="1984061" y="237226"/>
                      <a:pt x="1914941" y="270202"/>
                      <a:pt x="1863101" y="323626"/>
                    </a:cubicBezTo>
                    <a:cubicBezTo>
                      <a:pt x="1811261" y="375466"/>
                      <a:pt x="1781424" y="449309"/>
                      <a:pt x="1781424" y="523124"/>
                    </a:cubicBezTo>
                    <a:cubicBezTo>
                      <a:pt x="1781424" y="565546"/>
                      <a:pt x="1790842" y="607940"/>
                      <a:pt x="1812845" y="651946"/>
                    </a:cubicBezTo>
                    <a:lnTo>
                      <a:pt x="2068906" y="1164068"/>
                    </a:lnTo>
                    <a:lnTo>
                      <a:pt x="2324966" y="651946"/>
                    </a:lnTo>
                    <a:cubicBezTo>
                      <a:pt x="2346970" y="607968"/>
                      <a:pt x="2356387" y="565546"/>
                      <a:pt x="2356387" y="523124"/>
                    </a:cubicBezTo>
                    <a:cubicBezTo>
                      <a:pt x="2356387" y="449280"/>
                      <a:pt x="2324966" y="375466"/>
                      <a:pt x="2274711" y="323626"/>
                    </a:cubicBezTo>
                    <a:cubicBezTo>
                      <a:pt x="2222842" y="270202"/>
                      <a:pt x="2153722" y="237197"/>
                      <a:pt x="2068877" y="235642"/>
                    </a:cubicBezTo>
                    <a:close/>
                    <a:moveTo>
                      <a:pt x="2502461" y="824717"/>
                    </a:moveTo>
                    <a:cubicBezTo>
                      <a:pt x="2560579" y="969265"/>
                      <a:pt x="2592000" y="1129479"/>
                      <a:pt x="2592000" y="1296001"/>
                    </a:cubicBezTo>
                    <a:cubicBezTo>
                      <a:pt x="2592000" y="2012344"/>
                      <a:pt x="2010758" y="2592002"/>
                      <a:pt x="1296000" y="2592002"/>
                    </a:cubicBezTo>
                    <a:cubicBezTo>
                      <a:pt x="579658" y="2592002"/>
                      <a:pt x="0" y="2012344"/>
                      <a:pt x="0" y="1296001"/>
                    </a:cubicBezTo>
                    <a:cubicBezTo>
                      <a:pt x="0" y="579658"/>
                      <a:pt x="579658" y="0"/>
                      <a:pt x="1296000" y="0"/>
                    </a:cubicBezTo>
                    <a:cubicBezTo>
                      <a:pt x="1464077" y="0"/>
                      <a:pt x="1625904" y="32976"/>
                      <a:pt x="1771978" y="91123"/>
                    </a:cubicBezTo>
                    <a:cubicBezTo>
                      <a:pt x="1855238" y="34560"/>
                      <a:pt x="1955779" y="0"/>
                      <a:pt x="2068877" y="0"/>
                    </a:cubicBezTo>
                    <a:cubicBezTo>
                      <a:pt x="2218118" y="0"/>
                      <a:pt x="2351635" y="62842"/>
                      <a:pt x="2444314" y="158659"/>
                    </a:cubicBezTo>
                    <a:cubicBezTo>
                      <a:pt x="2536992" y="256061"/>
                      <a:pt x="2590416" y="384883"/>
                      <a:pt x="2591971" y="523124"/>
                    </a:cubicBezTo>
                    <a:cubicBezTo>
                      <a:pt x="2591971" y="601661"/>
                      <a:pt x="2573107" y="681783"/>
                      <a:pt x="2535408" y="757181"/>
                    </a:cubicBezTo>
                    <a:lnTo>
                      <a:pt x="2502461" y="824717"/>
                    </a:lnTo>
                    <a:close/>
                    <a:moveTo>
                      <a:pt x="925258" y="1768840"/>
                    </a:moveTo>
                    <a:lnTo>
                      <a:pt x="926842" y="1762561"/>
                    </a:lnTo>
                    <a:cubicBezTo>
                      <a:pt x="925258" y="1724862"/>
                      <a:pt x="895421" y="1693441"/>
                      <a:pt x="856138" y="1693441"/>
                    </a:cubicBezTo>
                    <a:lnTo>
                      <a:pt x="768154" y="1693441"/>
                    </a:lnTo>
                    <a:cubicBezTo>
                      <a:pt x="681754" y="1693441"/>
                      <a:pt x="598493" y="1657297"/>
                      <a:pt x="538790" y="1589761"/>
                    </a:cubicBezTo>
                    <a:cubicBezTo>
                      <a:pt x="523094" y="1572481"/>
                      <a:pt x="508954" y="1566203"/>
                      <a:pt x="488534" y="1566203"/>
                    </a:cubicBezTo>
                    <a:cubicBezTo>
                      <a:pt x="464976" y="1566203"/>
                      <a:pt x="438278" y="1580344"/>
                      <a:pt x="425693" y="1607041"/>
                    </a:cubicBezTo>
                    <a:lnTo>
                      <a:pt x="350294" y="1775118"/>
                    </a:lnTo>
                    <a:cubicBezTo>
                      <a:pt x="400550" y="1875659"/>
                      <a:pt x="466531" y="1966782"/>
                      <a:pt x="546653" y="2046875"/>
                    </a:cubicBezTo>
                    <a:cubicBezTo>
                      <a:pt x="581213" y="2081435"/>
                      <a:pt x="617357" y="2112856"/>
                      <a:pt x="656611" y="2141138"/>
                    </a:cubicBezTo>
                    <a:lnTo>
                      <a:pt x="805853" y="2051598"/>
                    </a:lnTo>
                    <a:cubicBezTo>
                      <a:pt x="867110" y="2015454"/>
                      <a:pt x="907949" y="1951057"/>
                      <a:pt x="914256" y="1880382"/>
                    </a:cubicBezTo>
                    <a:lnTo>
                      <a:pt x="925258" y="1768840"/>
                    </a:lnTo>
                    <a:close/>
                    <a:moveTo>
                      <a:pt x="1296000" y="235642"/>
                    </a:moveTo>
                    <a:cubicBezTo>
                      <a:pt x="1002240" y="235642"/>
                      <a:pt x="738317" y="355018"/>
                      <a:pt x="546682" y="546682"/>
                    </a:cubicBezTo>
                    <a:cubicBezTo>
                      <a:pt x="540403" y="552960"/>
                      <a:pt x="534125" y="559239"/>
                      <a:pt x="529402" y="565546"/>
                    </a:cubicBezTo>
                    <a:lnTo>
                      <a:pt x="568685" y="711648"/>
                    </a:lnTo>
                    <a:lnTo>
                      <a:pt x="568685" y="713232"/>
                    </a:lnTo>
                    <a:cubicBezTo>
                      <a:pt x="570269" y="721095"/>
                      <a:pt x="579686" y="730513"/>
                      <a:pt x="595382" y="732097"/>
                    </a:cubicBezTo>
                    <a:lnTo>
                      <a:pt x="780739" y="732097"/>
                    </a:lnTo>
                    <a:lnTo>
                      <a:pt x="804298" y="716401"/>
                    </a:lnTo>
                    <a:lnTo>
                      <a:pt x="865555" y="598580"/>
                    </a:lnTo>
                    <a:cubicBezTo>
                      <a:pt x="914256" y="509040"/>
                      <a:pt x="1005379" y="457200"/>
                      <a:pt x="1098058" y="458756"/>
                    </a:cubicBezTo>
                    <a:cubicBezTo>
                      <a:pt x="1149898" y="458756"/>
                      <a:pt x="1201738" y="472896"/>
                      <a:pt x="1247299" y="504317"/>
                    </a:cubicBezTo>
                    <a:lnTo>
                      <a:pt x="1248883" y="505901"/>
                    </a:lnTo>
                    <a:lnTo>
                      <a:pt x="1336867" y="564020"/>
                    </a:lnTo>
                    <a:lnTo>
                      <a:pt x="1338451" y="565604"/>
                    </a:lnTo>
                    <a:cubicBezTo>
                      <a:pt x="1412294" y="617444"/>
                      <a:pt x="1449994" y="699120"/>
                      <a:pt x="1449994" y="780826"/>
                    </a:cubicBezTo>
                    <a:cubicBezTo>
                      <a:pt x="1449994" y="837389"/>
                      <a:pt x="1431130" y="895508"/>
                      <a:pt x="1393430" y="944209"/>
                    </a:cubicBezTo>
                    <a:lnTo>
                      <a:pt x="1391846" y="947348"/>
                    </a:lnTo>
                    <a:lnTo>
                      <a:pt x="1387123" y="963044"/>
                    </a:lnTo>
                    <a:lnTo>
                      <a:pt x="1401264" y="989742"/>
                    </a:lnTo>
                    <a:lnTo>
                      <a:pt x="1544227" y="1066724"/>
                    </a:lnTo>
                    <a:cubicBezTo>
                      <a:pt x="1544227" y="1066724"/>
                      <a:pt x="1545811" y="1066724"/>
                      <a:pt x="1545811" y="1068308"/>
                    </a:cubicBezTo>
                    <a:cubicBezTo>
                      <a:pt x="1616515" y="1106007"/>
                      <a:pt x="1665187" y="1173572"/>
                      <a:pt x="1679328" y="1248971"/>
                    </a:cubicBezTo>
                    <a:lnTo>
                      <a:pt x="1748448" y="1591432"/>
                    </a:lnTo>
                    <a:lnTo>
                      <a:pt x="1757866" y="1607128"/>
                    </a:lnTo>
                    <a:lnTo>
                      <a:pt x="1776730" y="1613406"/>
                    </a:lnTo>
                    <a:lnTo>
                      <a:pt x="1792426" y="1607128"/>
                    </a:lnTo>
                    <a:lnTo>
                      <a:pt x="1794010" y="1607128"/>
                    </a:lnTo>
                    <a:lnTo>
                      <a:pt x="1842711" y="1552148"/>
                    </a:lnTo>
                    <a:cubicBezTo>
                      <a:pt x="1886688" y="1505031"/>
                      <a:pt x="1960531" y="1500308"/>
                      <a:pt x="2009232" y="1544286"/>
                    </a:cubicBezTo>
                    <a:cubicBezTo>
                      <a:pt x="2056349" y="1588264"/>
                      <a:pt x="2059488" y="1663662"/>
                      <a:pt x="2017095" y="1710808"/>
                    </a:cubicBezTo>
                    <a:lnTo>
                      <a:pt x="1960531" y="1773649"/>
                    </a:lnTo>
                    <a:lnTo>
                      <a:pt x="1952640" y="1779841"/>
                    </a:lnTo>
                    <a:cubicBezTo>
                      <a:pt x="1902384" y="1826958"/>
                      <a:pt x="1837958" y="1848961"/>
                      <a:pt x="1776701" y="1848961"/>
                    </a:cubicBezTo>
                    <a:cubicBezTo>
                      <a:pt x="1716998" y="1848961"/>
                      <a:pt x="1660464" y="1830097"/>
                      <a:pt x="1613319" y="1793982"/>
                    </a:cubicBezTo>
                    <a:cubicBezTo>
                      <a:pt x="1566173" y="1757867"/>
                      <a:pt x="1530058" y="1702859"/>
                      <a:pt x="1517501" y="1636878"/>
                    </a:cubicBezTo>
                    <a:lnTo>
                      <a:pt x="1448381" y="1294417"/>
                    </a:lnTo>
                    <a:lnTo>
                      <a:pt x="1435824" y="1275553"/>
                    </a:lnTo>
                    <a:lnTo>
                      <a:pt x="1434240" y="1275553"/>
                    </a:lnTo>
                    <a:lnTo>
                      <a:pt x="1288138" y="1197015"/>
                    </a:lnTo>
                    <a:lnTo>
                      <a:pt x="1288138" y="1195431"/>
                    </a:lnTo>
                    <a:cubicBezTo>
                      <a:pt x="1197014" y="1145175"/>
                      <a:pt x="1151482" y="1052468"/>
                      <a:pt x="1151482" y="962929"/>
                    </a:cubicBezTo>
                    <a:cubicBezTo>
                      <a:pt x="1151482" y="904810"/>
                      <a:pt x="1170346" y="848247"/>
                      <a:pt x="1204906" y="802685"/>
                    </a:cubicBezTo>
                    <a:lnTo>
                      <a:pt x="1208045" y="799546"/>
                    </a:lnTo>
                    <a:lnTo>
                      <a:pt x="1214323" y="780682"/>
                    </a:lnTo>
                    <a:lnTo>
                      <a:pt x="1204877" y="760321"/>
                    </a:lnTo>
                    <a:lnTo>
                      <a:pt x="1203293" y="758737"/>
                    </a:lnTo>
                    <a:lnTo>
                      <a:pt x="1115309" y="699034"/>
                    </a:lnTo>
                    <a:lnTo>
                      <a:pt x="1113725" y="699034"/>
                    </a:lnTo>
                    <a:lnTo>
                      <a:pt x="1098029" y="694311"/>
                    </a:lnTo>
                    <a:lnTo>
                      <a:pt x="1076026" y="706868"/>
                    </a:lnTo>
                    <a:lnTo>
                      <a:pt x="1074499" y="708481"/>
                    </a:lnTo>
                    <a:lnTo>
                      <a:pt x="1013242" y="826301"/>
                    </a:lnTo>
                    <a:lnTo>
                      <a:pt x="1013242" y="827885"/>
                    </a:lnTo>
                    <a:cubicBezTo>
                      <a:pt x="966125" y="914285"/>
                      <a:pt x="876586" y="967710"/>
                      <a:pt x="780739" y="967710"/>
                    </a:cubicBezTo>
                    <a:lnTo>
                      <a:pt x="595382" y="967710"/>
                    </a:lnTo>
                    <a:cubicBezTo>
                      <a:pt x="490118" y="967710"/>
                      <a:pt x="395885" y="906452"/>
                      <a:pt x="353462" y="810605"/>
                    </a:cubicBezTo>
                    <a:cubicBezTo>
                      <a:pt x="278064" y="955124"/>
                      <a:pt x="235642" y="1120062"/>
                      <a:pt x="235642" y="1296001"/>
                    </a:cubicBezTo>
                    <a:cubicBezTo>
                      <a:pt x="235642" y="1347841"/>
                      <a:pt x="238781" y="1399681"/>
                      <a:pt x="248198" y="1449937"/>
                    </a:cubicBezTo>
                    <a:cubicBezTo>
                      <a:pt x="306317" y="1372955"/>
                      <a:pt x="395856" y="1330561"/>
                      <a:pt x="488534" y="1330561"/>
                    </a:cubicBezTo>
                    <a:cubicBezTo>
                      <a:pt x="571795" y="1330561"/>
                      <a:pt x="656611" y="1366705"/>
                      <a:pt x="716314" y="1434241"/>
                    </a:cubicBezTo>
                    <a:cubicBezTo>
                      <a:pt x="728870" y="1449937"/>
                      <a:pt x="747734" y="1457799"/>
                      <a:pt x="768154" y="1457799"/>
                    </a:cubicBezTo>
                    <a:lnTo>
                      <a:pt x="856138" y="1457799"/>
                    </a:lnTo>
                    <a:cubicBezTo>
                      <a:pt x="1027354" y="1457799"/>
                      <a:pt x="1160899" y="1596040"/>
                      <a:pt x="1162454" y="1762561"/>
                    </a:cubicBezTo>
                    <a:lnTo>
                      <a:pt x="1160870" y="1792398"/>
                    </a:lnTo>
                    <a:lnTo>
                      <a:pt x="1160870" y="1793982"/>
                    </a:lnTo>
                    <a:lnTo>
                      <a:pt x="1148314" y="1903941"/>
                    </a:lnTo>
                    <a:cubicBezTo>
                      <a:pt x="1134173" y="2050043"/>
                      <a:pt x="1052496" y="2178837"/>
                      <a:pt x="926813" y="2254264"/>
                    </a:cubicBezTo>
                    <a:lnTo>
                      <a:pt x="890669" y="2276267"/>
                    </a:lnTo>
                    <a:cubicBezTo>
                      <a:pt x="1014768" y="2328107"/>
                      <a:pt x="1151453" y="2356389"/>
                      <a:pt x="1295971" y="2356389"/>
                    </a:cubicBezTo>
                    <a:cubicBezTo>
                      <a:pt x="1588147" y="2356389"/>
                      <a:pt x="1853654" y="2238568"/>
                      <a:pt x="2045290" y="2046933"/>
                    </a:cubicBezTo>
                    <a:cubicBezTo>
                      <a:pt x="2236954" y="1853713"/>
                      <a:pt x="2356330" y="1589790"/>
                      <a:pt x="2356330" y="1296030"/>
                    </a:cubicBezTo>
                    <a:cubicBezTo>
                      <a:pt x="2356330" y="1244190"/>
                      <a:pt x="2351607" y="1190766"/>
                      <a:pt x="2343773" y="1140510"/>
                    </a:cubicBezTo>
                    <a:lnTo>
                      <a:pt x="2251095" y="1324311"/>
                    </a:lnTo>
                    <a:cubicBezTo>
                      <a:pt x="2214950" y="1398155"/>
                      <a:pt x="2139552" y="1438993"/>
                      <a:pt x="2068877" y="1437409"/>
                    </a:cubicBezTo>
                    <a:cubicBezTo>
                      <a:pt x="1998173" y="1438993"/>
                      <a:pt x="1921219" y="1398126"/>
                      <a:pt x="1885075" y="1324311"/>
                    </a:cubicBezTo>
                    <a:lnTo>
                      <a:pt x="1600733" y="757210"/>
                    </a:lnTo>
                    <a:cubicBezTo>
                      <a:pt x="1563034" y="680228"/>
                      <a:pt x="1545754" y="600106"/>
                      <a:pt x="1545754" y="523152"/>
                    </a:cubicBezTo>
                    <a:cubicBezTo>
                      <a:pt x="1545754" y="436752"/>
                      <a:pt x="1566173" y="355075"/>
                      <a:pt x="1603872" y="281232"/>
                    </a:cubicBezTo>
                    <a:cubicBezTo>
                      <a:pt x="1508083" y="251338"/>
                      <a:pt x="1404403" y="235642"/>
                      <a:pt x="1296000" y="235642"/>
                    </a:cubicBezTo>
                    <a:close/>
                  </a:path>
                </a:pathLst>
              </a:custGeom>
              <a:grpFill/>
              <a:ln w="287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CAD79FD7-5B55-43E0-B44D-AE85D5A2E9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b="62242"/>
            <a:stretch/>
          </p:blipFill>
          <p:spPr>
            <a:xfrm>
              <a:off x="4962513" y="772083"/>
              <a:ext cx="1559440" cy="6847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876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7" grpId="0"/>
      <p:bldP spid="23" grpId="0"/>
      <p:bldP spid="24" grpId="0"/>
      <p:bldP spid="26" grpId="0"/>
      <p:bldP spid="2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15CA6EC2-7504-431C-B69F-28938EF6D5B5}"/>
              </a:ext>
            </a:extLst>
          </p:cNvPr>
          <p:cNvSpPr/>
          <p:nvPr/>
        </p:nvSpPr>
        <p:spPr>
          <a:xfrm>
            <a:off x="1949683" y="5448464"/>
            <a:ext cx="1881172" cy="523219"/>
          </a:xfrm>
          <a:prstGeom prst="rect">
            <a:avLst/>
          </a:prstGeom>
          <a:solidFill>
            <a:schemeClr val="bg2">
              <a:lumMod val="5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03E1D3-3F22-4E99-99AB-2297FC811E30}"/>
              </a:ext>
            </a:extLst>
          </p:cNvPr>
          <p:cNvSpPr txBox="1"/>
          <p:nvPr/>
        </p:nvSpPr>
        <p:spPr>
          <a:xfrm>
            <a:off x="558799" y="515795"/>
            <a:ext cx="2511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FinE</a:t>
            </a:r>
            <a:r>
              <a:rPr lang="ko-KR" altLang="en-US" sz="2400" b="1" dirty="0"/>
              <a:t>의 요금제</a:t>
            </a:r>
            <a:endParaRPr lang="ko-KR" altLang="en-US" sz="2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6B2D3A-4F81-4A83-AFCB-333CC3CA4F00}"/>
              </a:ext>
            </a:extLst>
          </p:cNvPr>
          <p:cNvSpPr txBox="1"/>
          <p:nvPr/>
        </p:nvSpPr>
        <p:spPr>
          <a:xfrm>
            <a:off x="2273781" y="3970692"/>
            <a:ext cx="115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Basic</a:t>
            </a:r>
            <a:endParaRPr lang="en-US" altLang="ko-KR" b="1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4972B874-009A-411E-9E5F-F0016475A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628" y="1713230"/>
            <a:ext cx="2257463" cy="225746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D2F7C320-E72C-4FC8-AA59-DE8A35821F0E}"/>
              </a:ext>
            </a:extLst>
          </p:cNvPr>
          <p:cNvSpPr txBox="1"/>
          <p:nvPr/>
        </p:nvSpPr>
        <p:spPr>
          <a:xfrm>
            <a:off x="2079057" y="4427470"/>
            <a:ext cx="23485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최대 </a:t>
            </a:r>
            <a:r>
              <a:rPr lang="en-US" altLang="ko-KR" b="1" dirty="0"/>
              <a:t>20</a:t>
            </a:r>
            <a:r>
              <a:rPr lang="ko-KR" altLang="en-US" b="1" dirty="0"/>
              <a:t>개 등록</a:t>
            </a:r>
            <a:endParaRPr lang="en-US" altLang="ko-KR" b="1" dirty="0"/>
          </a:p>
          <a:p>
            <a:r>
              <a:rPr lang="ko-KR" altLang="en-US" b="1" dirty="0"/>
              <a:t>온라인 마케팅</a:t>
            </a:r>
            <a:r>
              <a:rPr lang="en-US" altLang="ko-KR" b="1" dirty="0"/>
              <a:t> </a:t>
            </a:r>
            <a:r>
              <a:rPr lang="ko-KR" altLang="en-US" b="1" dirty="0"/>
              <a:t>지원</a:t>
            </a:r>
            <a:endParaRPr lang="en-US" altLang="ko-KR" b="1" dirty="0"/>
          </a:p>
          <a:p>
            <a:r>
              <a:rPr lang="ko-KR" altLang="en-US" b="1" dirty="0"/>
              <a:t>실시간 재고 조회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A5EDCE2-6A4F-4003-9BB4-8A097936D9B5}"/>
              </a:ext>
            </a:extLst>
          </p:cNvPr>
          <p:cNvSpPr/>
          <p:nvPr/>
        </p:nvSpPr>
        <p:spPr>
          <a:xfrm>
            <a:off x="1597794" y="4254819"/>
            <a:ext cx="2511659" cy="92552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4C14B2-287C-41E3-844D-3CED89F43BEF}"/>
              </a:ext>
            </a:extLst>
          </p:cNvPr>
          <p:cNvSpPr txBox="1"/>
          <p:nvPr/>
        </p:nvSpPr>
        <p:spPr>
          <a:xfrm>
            <a:off x="2338939" y="5448465"/>
            <a:ext cx="280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4</a:t>
            </a:r>
            <a:r>
              <a:rPr lang="ko-KR" altLang="en-US" sz="2800" b="1" dirty="0"/>
              <a:t>만원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B00FE5-3CF8-4B7F-B83C-5B5407B8B48D}"/>
              </a:ext>
            </a:extLst>
          </p:cNvPr>
          <p:cNvSpPr txBox="1"/>
          <p:nvPr/>
        </p:nvSpPr>
        <p:spPr>
          <a:xfrm>
            <a:off x="5178593" y="1931326"/>
            <a:ext cx="139566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600" dirty="0"/>
              <a:t>+</a:t>
            </a:r>
            <a:endParaRPr lang="ko-KR" altLang="en-US" sz="16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07B372-9718-4925-A5AD-20F2F5C49C04}"/>
              </a:ext>
            </a:extLst>
          </p:cNvPr>
          <p:cNvSpPr txBox="1"/>
          <p:nvPr/>
        </p:nvSpPr>
        <p:spPr>
          <a:xfrm>
            <a:off x="7966511" y="3970692"/>
            <a:ext cx="2511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Premium</a:t>
            </a:r>
            <a:endParaRPr lang="en-US" altLang="ko-KR" b="1" dirty="0"/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1C41758C-0A7E-4AE9-BC92-C0B1339F3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758" y="1822603"/>
            <a:ext cx="2148089" cy="2148089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2AC08B8-3A91-4967-B63B-A51765B85D29}"/>
              </a:ext>
            </a:extLst>
          </p:cNvPr>
          <p:cNvSpPr txBox="1"/>
          <p:nvPr/>
        </p:nvSpPr>
        <p:spPr>
          <a:xfrm>
            <a:off x="8048059" y="4685474"/>
            <a:ext cx="2348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상품 무제한 등록</a:t>
            </a:r>
            <a:endParaRPr lang="en-US" altLang="ko-KR" b="1" dirty="0"/>
          </a:p>
          <a:p>
            <a:r>
              <a:rPr lang="ko-KR" altLang="en-US" b="1" dirty="0"/>
              <a:t>상단 광고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0A1592B-42E0-47B7-98E4-1DFD939B0E66}"/>
              </a:ext>
            </a:extLst>
          </p:cNvPr>
          <p:cNvSpPr/>
          <p:nvPr/>
        </p:nvSpPr>
        <p:spPr>
          <a:xfrm>
            <a:off x="8017243" y="4328083"/>
            <a:ext cx="6046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/>
              <a:t>+</a:t>
            </a:r>
            <a:r>
              <a:rPr lang="el-GR" altLang="ko-KR" sz="2400" b="1" dirty="0"/>
              <a:t>α</a:t>
            </a:r>
            <a:endParaRPr lang="en-US" altLang="ko-KR" sz="2400" b="1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1AA8599-B46A-4622-AF1C-5F270C10BA42}"/>
              </a:ext>
            </a:extLst>
          </p:cNvPr>
          <p:cNvSpPr/>
          <p:nvPr/>
        </p:nvSpPr>
        <p:spPr>
          <a:xfrm>
            <a:off x="7908224" y="5448462"/>
            <a:ext cx="1881172" cy="523219"/>
          </a:xfrm>
          <a:prstGeom prst="rect">
            <a:avLst/>
          </a:prstGeom>
          <a:solidFill>
            <a:schemeClr val="bg2">
              <a:lumMod val="5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20D32E-BC45-4344-B75E-978D17E31715}"/>
              </a:ext>
            </a:extLst>
          </p:cNvPr>
          <p:cNvSpPr txBox="1"/>
          <p:nvPr/>
        </p:nvSpPr>
        <p:spPr>
          <a:xfrm>
            <a:off x="8386647" y="5448462"/>
            <a:ext cx="280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미정</a:t>
            </a:r>
            <a:endParaRPr lang="ko-KR" altLang="en-US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8FFF2D2-F7CA-424D-B86F-E1CDC0593C38}"/>
              </a:ext>
            </a:extLst>
          </p:cNvPr>
          <p:cNvSpPr/>
          <p:nvPr/>
        </p:nvSpPr>
        <p:spPr>
          <a:xfrm>
            <a:off x="7498972" y="4259592"/>
            <a:ext cx="2693445" cy="87778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4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22EB46B-7D11-4D53-9036-BA07F3DDE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3267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Presenting the pleasure of shopping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416E62-6794-4F39-91FA-3761AC73E0D6}"/>
              </a:ext>
            </a:extLst>
          </p:cNvPr>
          <p:cNvSpPr txBox="1"/>
          <p:nvPr/>
        </p:nvSpPr>
        <p:spPr>
          <a:xfrm>
            <a:off x="5682234" y="2783080"/>
            <a:ext cx="36148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FinE</a:t>
            </a:r>
            <a:endParaRPr lang="ko-KR" altLang="en-US" sz="8000" b="1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2F4B31E-F9FC-4509-A496-91CD432BD2C0}"/>
              </a:ext>
            </a:extLst>
          </p:cNvPr>
          <p:cNvGrpSpPr/>
          <p:nvPr/>
        </p:nvGrpSpPr>
        <p:grpSpPr>
          <a:xfrm>
            <a:off x="4254822" y="2168451"/>
            <a:ext cx="1582494" cy="2085593"/>
            <a:chOff x="1007091" y="2003043"/>
            <a:chExt cx="3250492" cy="4756136"/>
          </a:xfrm>
          <a:effectLst>
            <a:outerShdw blurRad="50800" dist="50800" dir="5400000" algn="ctr" rotWithShape="0">
              <a:schemeClr val="bg1"/>
            </a:outerShdw>
          </a:effectLst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A2A899D3-799A-42DD-8DA4-3B1CB4288B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56130"/>
            <a:stretch/>
          </p:blipFill>
          <p:spPr>
            <a:xfrm>
              <a:off x="1007091" y="2003043"/>
              <a:ext cx="3250492" cy="1425957"/>
            </a:xfrm>
            <a:prstGeom prst="rect">
              <a:avLst/>
            </a:prstGeom>
          </p:spPr>
        </p:pic>
        <p:grpSp>
          <p:nvGrpSpPr>
            <p:cNvPr id="34" name="내용 개체 틀 4">
              <a:extLst>
                <a:ext uri="{FF2B5EF4-FFF2-40B4-BE49-F238E27FC236}">
                  <a16:creationId xmlns:a16="http://schemas.microsoft.com/office/drawing/2014/main" id="{64627C5F-A45A-43E5-970B-3BFF01633733}"/>
                </a:ext>
              </a:extLst>
            </p:cNvPr>
            <p:cNvGrpSpPr/>
            <p:nvPr/>
          </p:nvGrpSpPr>
          <p:grpSpPr>
            <a:xfrm>
              <a:off x="1203040" y="3159177"/>
              <a:ext cx="2880000" cy="3600002"/>
              <a:chOff x="1132219" y="2169605"/>
              <a:chExt cx="2880000" cy="3600002"/>
            </a:xfrm>
            <a:solidFill>
              <a:schemeClr val="tx1"/>
            </a:solidFill>
          </p:grpSpPr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015DF842-7E35-4DB5-BEBD-89194528D23F}"/>
                  </a:ext>
                </a:extLst>
              </p:cNvPr>
              <p:cNvSpPr/>
              <p:nvPr/>
            </p:nvSpPr>
            <p:spPr>
              <a:xfrm>
                <a:off x="3219441" y="2715740"/>
                <a:ext cx="230400" cy="230400"/>
              </a:xfrm>
              <a:custGeom>
                <a:avLst/>
                <a:gdLst>
                  <a:gd name="connsiteX0" fmla="*/ 0 w 230400"/>
                  <a:gd name="connsiteY0" fmla="*/ 125683 h 230400"/>
                  <a:gd name="connsiteX1" fmla="*/ 125683 w 230400"/>
                  <a:gd name="connsiteY1" fmla="*/ 0 h 230400"/>
                  <a:gd name="connsiteX2" fmla="*/ 251366 w 230400"/>
                  <a:gd name="connsiteY2" fmla="*/ 125683 h 230400"/>
                  <a:gd name="connsiteX3" fmla="*/ 125683 w 230400"/>
                  <a:gd name="connsiteY3" fmla="*/ 251367 h 230400"/>
                  <a:gd name="connsiteX4" fmla="*/ 0 w 230400"/>
                  <a:gd name="connsiteY4" fmla="*/ 125683 h 2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0400" h="230400">
                    <a:moveTo>
                      <a:pt x="0" y="125683"/>
                    </a:moveTo>
                    <a:cubicBezTo>
                      <a:pt x="0" y="56563"/>
                      <a:pt x="56563" y="0"/>
                      <a:pt x="125683" y="0"/>
                    </a:cubicBezTo>
                    <a:cubicBezTo>
                      <a:pt x="194803" y="0"/>
                      <a:pt x="251366" y="56563"/>
                      <a:pt x="251366" y="125683"/>
                    </a:cubicBezTo>
                    <a:cubicBezTo>
                      <a:pt x="251366" y="196387"/>
                      <a:pt x="194803" y="251367"/>
                      <a:pt x="125683" y="251367"/>
                    </a:cubicBezTo>
                    <a:cubicBezTo>
                      <a:pt x="56563" y="251367"/>
                      <a:pt x="0" y="196387"/>
                      <a:pt x="0" y="125683"/>
                    </a:cubicBezTo>
                    <a:close/>
                  </a:path>
                </a:pathLst>
              </a:custGeom>
              <a:grpFill/>
              <a:ln w="287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60FF1401-0D4D-4CA5-AF65-DBF23BD54FC6}"/>
                  </a:ext>
                </a:extLst>
              </p:cNvPr>
              <p:cNvSpPr/>
              <p:nvPr/>
            </p:nvSpPr>
            <p:spPr>
              <a:xfrm>
                <a:off x="1276219" y="2313605"/>
                <a:ext cx="2592000" cy="2592002"/>
              </a:xfrm>
              <a:custGeom>
                <a:avLst/>
                <a:gdLst>
                  <a:gd name="connsiteX0" fmla="*/ 2068877 w 2592000"/>
                  <a:gd name="connsiteY0" fmla="*/ 235642 h 2592001"/>
                  <a:gd name="connsiteX1" fmla="*/ 1863101 w 2592000"/>
                  <a:gd name="connsiteY1" fmla="*/ 323626 h 2592001"/>
                  <a:gd name="connsiteX2" fmla="*/ 1781424 w 2592000"/>
                  <a:gd name="connsiteY2" fmla="*/ 523124 h 2592001"/>
                  <a:gd name="connsiteX3" fmla="*/ 1812845 w 2592000"/>
                  <a:gd name="connsiteY3" fmla="*/ 651946 h 2592001"/>
                  <a:gd name="connsiteX4" fmla="*/ 2068906 w 2592000"/>
                  <a:gd name="connsiteY4" fmla="*/ 1164068 h 2592001"/>
                  <a:gd name="connsiteX5" fmla="*/ 2324966 w 2592000"/>
                  <a:gd name="connsiteY5" fmla="*/ 651946 h 2592001"/>
                  <a:gd name="connsiteX6" fmla="*/ 2356387 w 2592000"/>
                  <a:gd name="connsiteY6" fmla="*/ 523124 h 2592001"/>
                  <a:gd name="connsiteX7" fmla="*/ 2274711 w 2592000"/>
                  <a:gd name="connsiteY7" fmla="*/ 323626 h 2592001"/>
                  <a:gd name="connsiteX8" fmla="*/ 2068877 w 2592000"/>
                  <a:gd name="connsiteY8" fmla="*/ 235642 h 2592001"/>
                  <a:gd name="connsiteX9" fmla="*/ 2502461 w 2592000"/>
                  <a:gd name="connsiteY9" fmla="*/ 824717 h 2592001"/>
                  <a:gd name="connsiteX10" fmla="*/ 2592000 w 2592000"/>
                  <a:gd name="connsiteY10" fmla="*/ 1296001 h 2592001"/>
                  <a:gd name="connsiteX11" fmla="*/ 1296000 w 2592000"/>
                  <a:gd name="connsiteY11" fmla="*/ 2592002 h 2592001"/>
                  <a:gd name="connsiteX12" fmla="*/ 0 w 2592000"/>
                  <a:gd name="connsiteY12" fmla="*/ 1296001 h 2592001"/>
                  <a:gd name="connsiteX13" fmla="*/ 1296000 w 2592000"/>
                  <a:gd name="connsiteY13" fmla="*/ 0 h 2592001"/>
                  <a:gd name="connsiteX14" fmla="*/ 1771978 w 2592000"/>
                  <a:gd name="connsiteY14" fmla="*/ 91123 h 2592001"/>
                  <a:gd name="connsiteX15" fmla="*/ 2068877 w 2592000"/>
                  <a:gd name="connsiteY15" fmla="*/ 0 h 2592001"/>
                  <a:gd name="connsiteX16" fmla="*/ 2444314 w 2592000"/>
                  <a:gd name="connsiteY16" fmla="*/ 158659 h 2592001"/>
                  <a:gd name="connsiteX17" fmla="*/ 2591971 w 2592000"/>
                  <a:gd name="connsiteY17" fmla="*/ 523124 h 2592001"/>
                  <a:gd name="connsiteX18" fmla="*/ 2535408 w 2592000"/>
                  <a:gd name="connsiteY18" fmla="*/ 757181 h 2592001"/>
                  <a:gd name="connsiteX19" fmla="*/ 2502461 w 2592000"/>
                  <a:gd name="connsiteY19" fmla="*/ 824717 h 2592001"/>
                  <a:gd name="connsiteX20" fmla="*/ 925258 w 2592000"/>
                  <a:gd name="connsiteY20" fmla="*/ 1768840 h 2592001"/>
                  <a:gd name="connsiteX21" fmla="*/ 926842 w 2592000"/>
                  <a:gd name="connsiteY21" fmla="*/ 1762561 h 2592001"/>
                  <a:gd name="connsiteX22" fmla="*/ 856138 w 2592000"/>
                  <a:gd name="connsiteY22" fmla="*/ 1693441 h 2592001"/>
                  <a:gd name="connsiteX23" fmla="*/ 768154 w 2592000"/>
                  <a:gd name="connsiteY23" fmla="*/ 1693441 h 2592001"/>
                  <a:gd name="connsiteX24" fmla="*/ 538790 w 2592000"/>
                  <a:gd name="connsiteY24" fmla="*/ 1589761 h 2592001"/>
                  <a:gd name="connsiteX25" fmla="*/ 488534 w 2592000"/>
                  <a:gd name="connsiteY25" fmla="*/ 1566203 h 2592001"/>
                  <a:gd name="connsiteX26" fmla="*/ 425693 w 2592000"/>
                  <a:gd name="connsiteY26" fmla="*/ 1607041 h 2592001"/>
                  <a:gd name="connsiteX27" fmla="*/ 350294 w 2592000"/>
                  <a:gd name="connsiteY27" fmla="*/ 1775118 h 2592001"/>
                  <a:gd name="connsiteX28" fmla="*/ 546653 w 2592000"/>
                  <a:gd name="connsiteY28" fmla="*/ 2046875 h 2592001"/>
                  <a:gd name="connsiteX29" fmla="*/ 656611 w 2592000"/>
                  <a:gd name="connsiteY29" fmla="*/ 2141138 h 2592001"/>
                  <a:gd name="connsiteX30" fmla="*/ 805853 w 2592000"/>
                  <a:gd name="connsiteY30" fmla="*/ 2051598 h 2592001"/>
                  <a:gd name="connsiteX31" fmla="*/ 914256 w 2592000"/>
                  <a:gd name="connsiteY31" fmla="*/ 1880382 h 2592001"/>
                  <a:gd name="connsiteX32" fmla="*/ 925258 w 2592000"/>
                  <a:gd name="connsiteY32" fmla="*/ 1768840 h 2592001"/>
                  <a:gd name="connsiteX33" fmla="*/ 1296000 w 2592000"/>
                  <a:gd name="connsiteY33" fmla="*/ 235642 h 2592001"/>
                  <a:gd name="connsiteX34" fmla="*/ 546682 w 2592000"/>
                  <a:gd name="connsiteY34" fmla="*/ 546682 h 2592001"/>
                  <a:gd name="connsiteX35" fmla="*/ 529402 w 2592000"/>
                  <a:gd name="connsiteY35" fmla="*/ 565546 h 2592001"/>
                  <a:gd name="connsiteX36" fmla="*/ 568685 w 2592000"/>
                  <a:gd name="connsiteY36" fmla="*/ 711648 h 2592001"/>
                  <a:gd name="connsiteX37" fmla="*/ 568685 w 2592000"/>
                  <a:gd name="connsiteY37" fmla="*/ 713232 h 2592001"/>
                  <a:gd name="connsiteX38" fmla="*/ 595382 w 2592000"/>
                  <a:gd name="connsiteY38" fmla="*/ 732097 h 2592001"/>
                  <a:gd name="connsiteX39" fmla="*/ 780739 w 2592000"/>
                  <a:gd name="connsiteY39" fmla="*/ 732097 h 2592001"/>
                  <a:gd name="connsiteX40" fmla="*/ 804298 w 2592000"/>
                  <a:gd name="connsiteY40" fmla="*/ 716401 h 2592001"/>
                  <a:gd name="connsiteX41" fmla="*/ 865555 w 2592000"/>
                  <a:gd name="connsiteY41" fmla="*/ 598580 h 2592001"/>
                  <a:gd name="connsiteX42" fmla="*/ 1098058 w 2592000"/>
                  <a:gd name="connsiteY42" fmla="*/ 458756 h 2592001"/>
                  <a:gd name="connsiteX43" fmla="*/ 1247299 w 2592000"/>
                  <a:gd name="connsiteY43" fmla="*/ 504317 h 2592001"/>
                  <a:gd name="connsiteX44" fmla="*/ 1248883 w 2592000"/>
                  <a:gd name="connsiteY44" fmla="*/ 505901 h 2592001"/>
                  <a:gd name="connsiteX45" fmla="*/ 1336867 w 2592000"/>
                  <a:gd name="connsiteY45" fmla="*/ 564020 h 2592001"/>
                  <a:gd name="connsiteX46" fmla="*/ 1338451 w 2592000"/>
                  <a:gd name="connsiteY46" fmla="*/ 565604 h 2592001"/>
                  <a:gd name="connsiteX47" fmla="*/ 1449994 w 2592000"/>
                  <a:gd name="connsiteY47" fmla="*/ 780826 h 2592001"/>
                  <a:gd name="connsiteX48" fmla="*/ 1393430 w 2592000"/>
                  <a:gd name="connsiteY48" fmla="*/ 944209 h 2592001"/>
                  <a:gd name="connsiteX49" fmla="*/ 1391846 w 2592000"/>
                  <a:gd name="connsiteY49" fmla="*/ 947348 h 2592001"/>
                  <a:gd name="connsiteX50" fmla="*/ 1387123 w 2592000"/>
                  <a:gd name="connsiteY50" fmla="*/ 963044 h 2592001"/>
                  <a:gd name="connsiteX51" fmla="*/ 1401264 w 2592000"/>
                  <a:gd name="connsiteY51" fmla="*/ 989742 h 2592001"/>
                  <a:gd name="connsiteX52" fmla="*/ 1544227 w 2592000"/>
                  <a:gd name="connsiteY52" fmla="*/ 1066724 h 2592001"/>
                  <a:gd name="connsiteX53" fmla="*/ 1545811 w 2592000"/>
                  <a:gd name="connsiteY53" fmla="*/ 1068308 h 2592001"/>
                  <a:gd name="connsiteX54" fmla="*/ 1679328 w 2592000"/>
                  <a:gd name="connsiteY54" fmla="*/ 1248971 h 2592001"/>
                  <a:gd name="connsiteX55" fmla="*/ 1748448 w 2592000"/>
                  <a:gd name="connsiteY55" fmla="*/ 1591432 h 2592001"/>
                  <a:gd name="connsiteX56" fmla="*/ 1757866 w 2592000"/>
                  <a:gd name="connsiteY56" fmla="*/ 1607128 h 2592001"/>
                  <a:gd name="connsiteX57" fmla="*/ 1776730 w 2592000"/>
                  <a:gd name="connsiteY57" fmla="*/ 1613406 h 2592001"/>
                  <a:gd name="connsiteX58" fmla="*/ 1792426 w 2592000"/>
                  <a:gd name="connsiteY58" fmla="*/ 1607128 h 2592001"/>
                  <a:gd name="connsiteX59" fmla="*/ 1794010 w 2592000"/>
                  <a:gd name="connsiteY59" fmla="*/ 1607128 h 2592001"/>
                  <a:gd name="connsiteX60" fmla="*/ 1842711 w 2592000"/>
                  <a:gd name="connsiteY60" fmla="*/ 1552148 h 2592001"/>
                  <a:gd name="connsiteX61" fmla="*/ 2009232 w 2592000"/>
                  <a:gd name="connsiteY61" fmla="*/ 1544286 h 2592001"/>
                  <a:gd name="connsiteX62" fmla="*/ 2017095 w 2592000"/>
                  <a:gd name="connsiteY62" fmla="*/ 1710808 h 2592001"/>
                  <a:gd name="connsiteX63" fmla="*/ 1960531 w 2592000"/>
                  <a:gd name="connsiteY63" fmla="*/ 1773649 h 2592001"/>
                  <a:gd name="connsiteX64" fmla="*/ 1952640 w 2592000"/>
                  <a:gd name="connsiteY64" fmla="*/ 1779841 h 2592001"/>
                  <a:gd name="connsiteX65" fmla="*/ 1776701 w 2592000"/>
                  <a:gd name="connsiteY65" fmla="*/ 1848961 h 2592001"/>
                  <a:gd name="connsiteX66" fmla="*/ 1613319 w 2592000"/>
                  <a:gd name="connsiteY66" fmla="*/ 1793982 h 2592001"/>
                  <a:gd name="connsiteX67" fmla="*/ 1517501 w 2592000"/>
                  <a:gd name="connsiteY67" fmla="*/ 1636878 h 2592001"/>
                  <a:gd name="connsiteX68" fmla="*/ 1448381 w 2592000"/>
                  <a:gd name="connsiteY68" fmla="*/ 1294417 h 2592001"/>
                  <a:gd name="connsiteX69" fmla="*/ 1435824 w 2592000"/>
                  <a:gd name="connsiteY69" fmla="*/ 1275553 h 2592001"/>
                  <a:gd name="connsiteX70" fmla="*/ 1434240 w 2592000"/>
                  <a:gd name="connsiteY70" fmla="*/ 1275553 h 2592001"/>
                  <a:gd name="connsiteX71" fmla="*/ 1288138 w 2592000"/>
                  <a:gd name="connsiteY71" fmla="*/ 1197015 h 2592001"/>
                  <a:gd name="connsiteX72" fmla="*/ 1288138 w 2592000"/>
                  <a:gd name="connsiteY72" fmla="*/ 1195431 h 2592001"/>
                  <a:gd name="connsiteX73" fmla="*/ 1151482 w 2592000"/>
                  <a:gd name="connsiteY73" fmla="*/ 962929 h 2592001"/>
                  <a:gd name="connsiteX74" fmla="*/ 1204906 w 2592000"/>
                  <a:gd name="connsiteY74" fmla="*/ 802685 h 2592001"/>
                  <a:gd name="connsiteX75" fmla="*/ 1208045 w 2592000"/>
                  <a:gd name="connsiteY75" fmla="*/ 799546 h 2592001"/>
                  <a:gd name="connsiteX76" fmla="*/ 1214323 w 2592000"/>
                  <a:gd name="connsiteY76" fmla="*/ 780682 h 2592001"/>
                  <a:gd name="connsiteX77" fmla="*/ 1204877 w 2592000"/>
                  <a:gd name="connsiteY77" fmla="*/ 760321 h 2592001"/>
                  <a:gd name="connsiteX78" fmla="*/ 1203293 w 2592000"/>
                  <a:gd name="connsiteY78" fmla="*/ 758737 h 2592001"/>
                  <a:gd name="connsiteX79" fmla="*/ 1115309 w 2592000"/>
                  <a:gd name="connsiteY79" fmla="*/ 699034 h 2592001"/>
                  <a:gd name="connsiteX80" fmla="*/ 1113725 w 2592000"/>
                  <a:gd name="connsiteY80" fmla="*/ 699034 h 2592001"/>
                  <a:gd name="connsiteX81" fmla="*/ 1098029 w 2592000"/>
                  <a:gd name="connsiteY81" fmla="*/ 694311 h 2592001"/>
                  <a:gd name="connsiteX82" fmla="*/ 1076026 w 2592000"/>
                  <a:gd name="connsiteY82" fmla="*/ 706868 h 2592001"/>
                  <a:gd name="connsiteX83" fmla="*/ 1074499 w 2592000"/>
                  <a:gd name="connsiteY83" fmla="*/ 708481 h 2592001"/>
                  <a:gd name="connsiteX84" fmla="*/ 1013242 w 2592000"/>
                  <a:gd name="connsiteY84" fmla="*/ 826301 h 2592001"/>
                  <a:gd name="connsiteX85" fmla="*/ 1013242 w 2592000"/>
                  <a:gd name="connsiteY85" fmla="*/ 827885 h 2592001"/>
                  <a:gd name="connsiteX86" fmla="*/ 780739 w 2592000"/>
                  <a:gd name="connsiteY86" fmla="*/ 967710 h 2592001"/>
                  <a:gd name="connsiteX87" fmla="*/ 595382 w 2592000"/>
                  <a:gd name="connsiteY87" fmla="*/ 967710 h 2592001"/>
                  <a:gd name="connsiteX88" fmla="*/ 353462 w 2592000"/>
                  <a:gd name="connsiteY88" fmla="*/ 810605 h 2592001"/>
                  <a:gd name="connsiteX89" fmla="*/ 235642 w 2592000"/>
                  <a:gd name="connsiteY89" fmla="*/ 1296001 h 2592001"/>
                  <a:gd name="connsiteX90" fmla="*/ 248198 w 2592000"/>
                  <a:gd name="connsiteY90" fmla="*/ 1449937 h 2592001"/>
                  <a:gd name="connsiteX91" fmla="*/ 488534 w 2592000"/>
                  <a:gd name="connsiteY91" fmla="*/ 1330561 h 2592001"/>
                  <a:gd name="connsiteX92" fmla="*/ 716314 w 2592000"/>
                  <a:gd name="connsiteY92" fmla="*/ 1434241 h 2592001"/>
                  <a:gd name="connsiteX93" fmla="*/ 768154 w 2592000"/>
                  <a:gd name="connsiteY93" fmla="*/ 1457799 h 2592001"/>
                  <a:gd name="connsiteX94" fmla="*/ 856138 w 2592000"/>
                  <a:gd name="connsiteY94" fmla="*/ 1457799 h 2592001"/>
                  <a:gd name="connsiteX95" fmla="*/ 1162454 w 2592000"/>
                  <a:gd name="connsiteY95" fmla="*/ 1762561 h 2592001"/>
                  <a:gd name="connsiteX96" fmla="*/ 1160870 w 2592000"/>
                  <a:gd name="connsiteY96" fmla="*/ 1792398 h 2592001"/>
                  <a:gd name="connsiteX97" fmla="*/ 1160870 w 2592000"/>
                  <a:gd name="connsiteY97" fmla="*/ 1793982 h 2592001"/>
                  <a:gd name="connsiteX98" fmla="*/ 1148314 w 2592000"/>
                  <a:gd name="connsiteY98" fmla="*/ 1903941 h 2592001"/>
                  <a:gd name="connsiteX99" fmla="*/ 926813 w 2592000"/>
                  <a:gd name="connsiteY99" fmla="*/ 2254264 h 2592001"/>
                  <a:gd name="connsiteX100" fmla="*/ 890669 w 2592000"/>
                  <a:gd name="connsiteY100" fmla="*/ 2276267 h 2592001"/>
                  <a:gd name="connsiteX101" fmla="*/ 1295971 w 2592000"/>
                  <a:gd name="connsiteY101" fmla="*/ 2356389 h 2592001"/>
                  <a:gd name="connsiteX102" fmla="*/ 2045290 w 2592000"/>
                  <a:gd name="connsiteY102" fmla="*/ 2046933 h 2592001"/>
                  <a:gd name="connsiteX103" fmla="*/ 2356330 w 2592000"/>
                  <a:gd name="connsiteY103" fmla="*/ 1296030 h 2592001"/>
                  <a:gd name="connsiteX104" fmla="*/ 2343773 w 2592000"/>
                  <a:gd name="connsiteY104" fmla="*/ 1140510 h 2592001"/>
                  <a:gd name="connsiteX105" fmla="*/ 2251095 w 2592000"/>
                  <a:gd name="connsiteY105" fmla="*/ 1324311 h 2592001"/>
                  <a:gd name="connsiteX106" fmla="*/ 2068877 w 2592000"/>
                  <a:gd name="connsiteY106" fmla="*/ 1437409 h 2592001"/>
                  <a:gd name="connsiteX107" fmla="*/ 1885075 w 2592000"/>
                  <a:gd name="connsiteY107" fmla="*/ 1324311 h 2592001"/>
                  <a:gd name="connsiteX108" fmla="*/ 1600733 w 2592000"/>
                  <a:gd name="connsiteY108" fmla="*/ 757210 h 2592001"/>
                  <a:gd name="connsiteX109" fmla="*/ 1545754 w 2592000"/>
                  <a:gd name="connsiteY109" fmla="*/ 523152 h 2592001"/>
                  <a:gd name="connsiteX110" fmla="*/ 1603872 w 2592000"/>
                  <a:gd name="connsiteY110" fmla="*/ 281232 h 2592001"/>
                  <a:gd name="connsiteX111" fmla="*/ 1296000 w 2592000"/>
                  <a:gd name="connsiteY111" fmla="*/ 235642 h 259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</a:cxnLst>
                <a:rect l="l" t="t" r="r" b="b"/>
                <a:pathLst>
                  <a:path w="2592000" h="2592001">
                    <a:moveTo>
                      <a:pt x="2068877" y="235642"/>
                    </a:moveTo>
                    <a:cubicBezTo>
                      <a:pt x="1984061" y="237226"/>
                      <a:pt x="1914941" y="270202"/>
                      <a:pt x="1863101" y="323626"/>
                    </a:cubicBezTo>
                    <a:cubicBezTo>
                      <a:pt x="1811261" y="375466"/>
                      <a:pt x="1781424" y="449309"/>
                      <a:pt x="1781424" y="523124"/>
                    </a:cubicBezTo>
                    <a:cubicBezTo>
                      <a:pt x="1781424" y="565546"/>
                      <a:pt x="1790842" y="607940"/>
                      <a:pt x="1812845" y="651946"/>
                    </a:cubicBezTo>
                    <a:lnTo>
                      <a:pt x="2068906" y="1164068"/>
                    </a:lnTo>
                    <a:lnTo>
                      <a:pt x="2324966" y="651946"/>
                    </a:lnTo>
                    <a:cubicBezTo>
                      <a:pt x="2346970" y="607968"/>
                      <a:pt x="2356387" y="565546"/>
                      <a:pt x="2356387" y="523124"/>
                    </a:cubicBezTo>
                    <a:cubicBezTo>
                      <a:pt x="2356387" y="449280"/>
                      <a:pt x="2324966" y="375466"/>
                      <a:pt x="2274711" y="323626"/>
                    </a:cubicBezTo>
                    <a:cubicBezTo>
                      <a:pt x="2222842" y="270202"/>
                      <a:pt x="2153722" y="237197"/>
                      <a:pt x="2068877" y="235642"/>
                    </a:cubicBezTo>
                    <a:close/>
                    <a:moveTo>
                      <a:pt x="2502461" y="824717"/>
                    </a:moveTo>
                    <a:cubicBezTo>
                      <a:pt x="2560579" y="969265"/>
                      <a:pt x="2592000" y="1129479"/>
                      <a:pt x="2592000" y="1296001"/>
                    </a:cubicBezTo>
                    <a:cubicBezTo>
                      <a:pt x="2592000" y="2012344"/>
                      <a:pt x="2010758" y="2592002"/>
                      <a:pt x="1296000" y="2592002"/>
                    </a:cubicBezTo>
                    <a:cubicBezTo>
                      <a:pt x="579658" y="2592002"/>
                      <a:pt x="0" y="2012344"/>
                      <a:pt x="0" y="1296001"/>
                    </a:cubicBezTo>
                    <a:cubicBezTo>
                      <a:pt x="0" y="579658"/>
                      <a:pt x="579658" y="0"/>
                      <a:pt x="1296000" y="0"/>
                    </a:cubicBezTo>
                    <a:cubicBezTo>
                      <a:pt x="1464077" y="0"/>
                      <a:pt x="1625904" y="32976"/>
                      <a:pt x="1771978" y="91123"/>
                    </a:cubicBezTo>
                    <a:cubicBezTo>
                      <a:pt x="1855238" y="34560"/>
                      <a:pt x="1955779" y="0"/>
                      <a:pt x="2068877" y="0"/>
                    </a:cubicBezTo>
                    <a:cubicBezTo>
                      <a:pt x="2218118" y="0"/>
                      <a:pt x="2351635" y="62842"/>
                      <a:pt x="2444314" y="158659"/>
                    </a:cubicBezTo>
                    <a:cubicBezTo>
                      <a:pt x="2536992" y="256061"/>
                      <a:pt x="2590416" y="384883"/>
                      <a:pt x="2591971" y="523124"/>
                    </a:cubicBezTo>
                    <a:cubicBezTo>
                      <a:pt x="2591971" y="601661"/>
                      <a:pt x="2573107" y="681783"/>
                      <a:pt x="2535408" y="757181"/>
                    </a:cubicBezTo>
                    <a:lnTo>
                      <a:pt x="2502461" y="824717"/>
                    </a:lnTo>
                    <a:close/>
                    <a:moveTo>
                      <a:pt x="925258" y="1768840"/>
                    </a:moveTo>
                    <a:lnTo>
                      <a:pt x="926842" y="1762561"/>
                    </a:lnTo>
                    <a:cubicBezTo>
                      <a:pt x="925258" y="1724862"/>
                      <a:pt x="895421" y="1693441"/>
                      <a:pt x="856138" y="1693441"/>
                    </a:cubicBezTo>
                    <a:lnTo>
                      <a:pt x="768154" y="1693441"/>
                    </a:lnTo>
                    <a:cubicBezTo>
                      <a:pt x="681754" y="1693441"/>
                      <a:pt x="598493" y="1657297"/>
                      <a:pt x="538790" y="1589761"/>
                    </a:cubicBezTo>
                    <a:cubicBezTo>
                      <a:pt x="523094" y="1572481"/>
                      <a:pt x="508954" y="1566203"/>
                      <a:pt x="488534" y="1566203"/>
                    </a:cubicBezTo>
                    <a:cubicBezTo>
                      <a:pt x="464976" y="1566203"/>
                      <a:pt x="438278" y="1580344"/>
                      <a:pt x="425693" y="1607041"/>
                    </a:cubicBezTo>
                    <a:lnTo>
                      <a:pt x="350294" y="1775118"/>
                    </a:lnTo>
                    <a:cubicBezTo>
                      <a:pt x="400550" y="1875659"/>
                      <a:pt x="466531" y="1966782"/>
                      <a:pt x="546653" y="2046875"/>
                    </a:cubicBezTo>
                    <a:cubicBezTo>
                      <a:pt x="581213" y="2081435"/>
                      <a:pt x="617357" y="2112856"/>
                      <a:pt x="656611" y="2141138"/>
                    </a:cubicBezTo>
                    <a:lnTo>
                      <a:pt x="805853" y="2051598"/>
                    </a:lnTo>
                    <a:cubicBezTo>
                      <a:pt x="867110" y="2015454"/>
                      <a:pt x="907949" y="1951057"/>
                      <a:pt x="914256" y="1880382"/>
                    </a:cubicBezTo>
                    <a:lnTo>
                      <a:pt x="925258" y="1768840"/>
                    </a:lnTo>
                    <a:close/>
                    <a:moveTo>
                      <a:pt x="1296000" y="235642"/>
                    </a:moveTo>
                    <a:cubicBezTo>
                      <a:pt x="1002240" y="235642"/>
                      <a:pt x="738317" y="355018"/>
                      <a:pt x="546682" y="546682"/>
                    </a:cubicBezTo>
                    <a:cubicBezTo>
                      <a:pt x="540403" y="552960"/>
                      <a:pt x="534125" y="559239"/>
                      <a:pt x="529402" y="565546"/>
                    </a:cubicBezTo>
                    <a:lnTo>
                      <a:pt x="568685" y="711648"/>
                    </a:lnTo>
                    <a:lnTo>
                      <a:pt x="568685" y="713232"/>
                    </a:lnTo>
                    <a:cubicBezTo>
                      <a:pt x="570269" y="721095"/>
                      <a:pt x="579686" y="730513"/>
                      <a:pt x="595382" y="732097"/>
                    </a:cubicBezTo>
                    <a:lnTo>
                      <a:pt x="780739" y="732097"/>
                    </a:lnTo>
                    <a:lnTo>
                      <a:pt x="804298" y="716401"/>
                    </a:lnTo>
                    <a:lnTo>
                      <a:pt x="865555" y="598580"/>
                    </a:lnTo>
                    <a:cubicBezTo>
                      <a:pt x="914256" y="509040"/>
                      <a:pt x="1005379" y="457200"/>
                      <a:pt x="1098058" y="458756"/>
                    </a:cubicBezTo>
                    <a:cubicBezTo>
                      <a:pt x="1149898" y="458756"/>
                      <a:pt x="1201738" y="472896"/>
                      <a:pt x="1247299" y="504317"/>
                    </a:cubicBezTo>
                    <a:lnTo>
                      <a:pt x="1248883" y="505901"/>
                    </a:lnTo>
                    <a:lnTo>
                      <a:pt x="1336867" y="564020"/>
                    </a:lnTo>
                    <a:lnTo>
                      <a:pt x="1338451" y="565604"/>
                    </a:lnTo>
                    <a:cubicBezTo>
                      <a:pt x="1412294" y="617444"/>
                      <a:pt x="1449994" y="699120"/>
                      <a:pt x="1449994" y="780826"/>
                    </a:cubicBezTo>
                    <a:cubicBezTo>
                      <a:pt x="1449994" y="837389"/>
                      <a:pt x="1431130" y="895508"/>
                      <a:pt x="1393430" y="944209"/>
                    </a:cubicBezTo>
                    <a:lnTo>
                      <a:pt x="1391846" y="947348"/>
                    </a:lnTo>
                    <a:lnTo>
                      <a:pt x="1387123" y="963044"/>
                    </a:lnTo>
                    <a:lnTo>
                      <a:pt x="1401264" y="989742"/>
                    </a:lnTo>
                    <a:lnTo>
                      <a:pt x="1544227" y="1066724"/>
                    </a:lnTo>
                    <a:cubicBezTo>
                      <a:pt x="1544227" y="1066724"/>
                      <a:pt x="1545811" y="1066724"/>
                      <a:pt x="1545811" y="1068308"/>
                    </a:cubicBezTo>
                    <a:cubicBezTo>
                      <a:pt x="1616515" y="1106007"/>
                      <a:pt x="1665187" y="1173572"/>
                      <a:pt x="1679328" y="1248971"/>
                    </a:cubicBezTo>
                    <a:lnTo>
                      <a:pt x="1748448" y="1591432"/>
                    </a:lnTo>
                    <a:lnTo>
                      <a:pt x="1757866" y="1607128"/>
                    </a:lnTo>
                    <a:lnTo>
                      <a:pt x="1776730" y="1613406"/>
                    </a:lnTo>
                    <a:lnTo>
                      <a:pt x="1792426" y="1607128"/>
                    </a:lnTo>
                    <a:lnTo>
                      <a:pt x="1794010" y="1607128"/>
                    </a:lnTo>
                    <a:lnTo>
                      <a:pt x="1842711" y="1552148"/>
                    </a:lnTo>
                    <a:cubicBezTo>
                      <a:pt x="1886688" y="1505031"/>
                      <a:pt x="1960531" y="1500308"/>
                      <a:pt x="2009232" y="1544286"/>
                    </a:cubicBezTo>
                    <a:cubicBezTo>
                      <a:pt x="2056349" y="1588264"/>
                      <a:pt x="2059488" y="1663662"/>
                      <a:pt x="2017095" y="1710808"/>
                    </a:cubicBezTo>
                    <a:lnTo>
                      <a:pt x="1960531" y="1773649"/>
                    </a:lnTo>
                    <a:lnTo>
                      <a:pt x="1952640" y="1779841"/>
                    </a:lnTo>
                    <a:cubicBezTo>
                      <a:pt x="1902384" y="1826958"/>
                      <a:pt x="1837958" y="1848961"/>
                      <a:pt x="1776701" y="1848961"/>
                    </a:cubicBezTo>
                    <a:cubicBezTo>
                      <a:pt x="1716998" y="1848961"/>
                      <a:pt x="1660464" y="1830097"/>
                      <a:pt x="1613319" y="1793982"/>
                    </a:cubicBezTo>
                    <a:cubicBezTo>
                      <a:pt x="1566173" y="1757867"/>
                      <a:pt x="1530058" y="1702859"/>
                      <a:pt x="1517501" y="1636878"/>
                    </a:cubicBezTo>
                    <a:lnTo>
                      <a:pt x="1448381" y="1294417"/>
                    </a:lnTo>
                    <a:lnTo>
                      <a:pt x="1435824" y="1275553"/>
                    </a:lnTo>
                    <a:lnTo>
                      <a:pt x="1434240" y="1275553"/>
                    </a:lnTo>
                    <a:lnTo>
                      <a:pt x="1288138" y="1197015"/>
                    </a:lnTo>
                    <a:lnTo>
                      <a:pt x="1288138" y="1195431"/>
                    </a:lnTo>
                    <a:cubicBezTo>
                      <a:pt x="1197014" y="1145175"/>
                      <a:pt x="1151482" y="1052468"/>
                      <a:pt x="1151482" y="962929"/>
                    </a:cubicBezTo>
                    <a:cubicBezTo>
                      <a:pt x="1151482" y="904810"/>
                      <a:pt x="1170346" y="848247"/>
                      <a:pt x="1204906" y="802685"/>
                    </a:cubicBezTo>
                    <a:lnTo>
                      <a:pt x="1208045" y="799546"/>
                    </a:lnTo>
                    <a:lnTo>
                      <a:pt x="1214323" y="780682"/>
                    </a:lnTo>
                    <a:lnTo>
                      <a:pt x="1204877" y="760321"/>
                    </a:lnTo>
                    <a:lnTo>
                      <a:pt x="1203293" y="758737"/>
                    </a:lnTo>
                    <a:lnTo>
                      <a:pt x="1115309" y="699034"/>
                    </a:lnTo>
                    <a:lnTo>
                      <a:pt x="1113725" y="699034"/>
                    </a:lnTo>
                    <a:lnTo>
                      <a:pt x="1098029" y="694311"/>
                    </a:lnTo>
                    <a:lnTo>
                      <a:pt x="1076026" y="706868"/>
                    </a:lnTo>
                    <a:lnTo>
                      <a:pt x="1074499" y="708481"/>
                    </a:lnTo>
                    <a:lnTo>
                      <a:pt x="1013242" y="826301"/>
                    </a:lnTo>
                    <a:lnTo>
                      <a:pt x="1013242" y="827885"/>
                    </a:lnTo>
                    <a:cubicBezTo>
                      <a:pt x="966125" y="914285"/>
                      <a:pt x="876586" y="967710"/>
                      <a:pt x="780739" y="967710"/>
                    </a:cubicBezTo>
                    <a:lnTo>
                      <a:pt x="595382" y="967710"/>
                    </a:lnTo>
                    <a:cubicBezTo>
                      <a:pt x="490118" y="967710"/>
                      <a:pt x="395885" y="906452"/>
                      <a:pt x="353462" y="810605"/>
                    </a:cubicBezTo>
                    <a:cubicBezTo>
                      <a:pt x="278064" y="955124"/>
                      <a:pt x="235642" y="1120062"/>
                      <a:pt x="235642" y="1296001"/>
                    </a:cubicBezTo>
                    <a:cubicBezTo>
                      <a:pt x="235642" y="1347841"/>
                      <a:pt x="238781" y="1399681"/>
                      <a:pt x="248198" y="1449937"/>
                    </a:cubicBezTo>
                    <a:cubicBezTo>
                      <a:pt x="306317" y="1372955"/>
                      <a:pt x="395856" y="1330561"/>
                      <a:pt x="488534" y="1330561"/>
                    </a:cubicBezTo>
                    <a:cubicBezTo>
                      <a:pt x="571795" y="1330561"/>
                      <a:pt x="656611" y="1366705"/>
                      <a:pt x="716314" y="1434241"/>
                    </a:cubicBezTo>
                    <a:cubicBezTo>
                      <a:pt x="728870" y="1449937"/>
                      <a:pt x="747734" y="1457799"/>
                      <a:pt x="768154" y="1457799"/>
                    </a:cubicBezTo>
                    <a:lnTo>
                      <a:pt x="856138" y="1457799"/>
                    </a:lnTo>
                    <a:cubicBezTo>
                      <a:pt x="1027354" y="1457799"/>
                      <a:pt x="1160899" y="1596040"/>
                      <a:pt x="1162454" y="1762561"/>
                    </a:cubicBezTo>
                    <a:lnTo>
                      <a:pt x="1160870" y="1792398"/>
                    </a:lnTo>
                    <a:lnTo>
                      <a:pt x="1160870" y="1793982"/>
                    </a:lnTo>
                    <a:lnTo>
                      <a:pt x="1148314" y="1903941"/>
                    </a:lnTo>
                    <a:cubicBezTo>
                      <a:pt x="1134173" y="2050043"/>
                      <a:pt x="1052496" y="2178837"/>
                      <a:pt x="926813" y="2254264"/>
                    </a:cubicBezTo>
                    <a:lnTo>
                      <a:pt x="890669" y="2276267"/>
                    </a:lnTo>
                    <a:cubicBezTo>
                      <a:pt x="1014768" y="2328107"/>
                      <a:pt x="1151453" y="2356389"/>
                      <a:pt x="1295971" y="2356389"/>
                    </a:cubicBezTo>
                    <a:cubicBezTo>
                      <a:pt x="1588147" y="2356389"/>
                      <a:pt x="1853654" y="2238568"/>
                      <a:pt x="2045290" y="2046933"/>
                    </a:cubicBezTo>
                    <a:cubicBezTo>
                      <a:pt x="2236954" y="1853713"/>
                      <a:pt x="2356330" y="1589790"/>
                      <a:pt x="2356330" y="1296030"/>
                    </a:cubicBezTo>
                    <a:cubicBezTo>
                      <a:pt x="2356330" y="1244190"/>
                      <a:pt x="2351607" y="1190766"/>
                      <a:pt x="2343773" y="1140510"/>
                    </a:cubicBezTo>
                    <a:lnTo>
                      <a:pt x="2251095" y="1324311"/>
                    </a:lnTo>
                    <a:cubicBezTo>
                      <a:pt x="2214950" y="1398155"/>
                      <a:pt x="2139552" y="1438993"/>
                      <a:pt x="2068877" y="1437409"/>
                    </a:cubicBezTo>
                    <a:cubicBezTo>
                      <a:pt x="1998173" y="1438993"/>
                      <a:pt x="1921219" y="1398126"/>
                      <a:pt x="1885075" y="1324311"/>
                    </a:cubicBezTo>
                    <a:lnTo>
                      <a:pt x="1600733" y="757210"/>
                    </a:lnTo>
                    <a:cubicBezTo>
                      <a:pt x="1563034" y="680228"/>
                      <a:pt x="1545754" y="600106"/>
                      <a:pt x="1545754" y="523152"/>
                    </a:cubicBezTo>
                    <a:cubicBezTo>
                      <a:pt x="1545754" y="436752"/>
                      <a:pt x="1566173" y="355075"/>
                      <a:pt x="1603872" y="281232"/>
                    </a:cubicBezTo>
                    <a:cubicBezTo>
                      <a:pt x="1508083" y="251338"/>
                      <a:pt x="1404403" y="235642"/>
                      <a:pt x="1296000" y="235642"/>
                    </a:cubicBezTo>
                    <a:close/>
                  </a:path>
                </a:pathLst>
              </a:custGeom>
              <a:grpFill/>
              <a:ln w="287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6611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6CA035-F219-40CD-BA7D-4613A9180F5F}"/>
              </a:ext>
            </a:extLst>
          </p:cNvPr>
          <p:cNvSpPr txBox="1"/>
          <p:nvPr/>
        </p:nvSpPr>
        <p:spPr>
          <a:xfrm>
            <a:off x="558800" y="515795"/>
            <a:ext cx="223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FinE</a:t>
            </a:r>
          </a:p>
          <a:p>
            <a:r>
              <a:rPr lang="ko-KR" altLang="en-US" sz="2400" dirty="0"/>
              <a:t>기능 소개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A6F7112-D252-4EC4-9317-B3DE3C7FA3C7}"/>
              </a:ext>
            </a:extLst>
          </p:cNvPr>
          <p:cNvCxnSpPr/>
          <p:nvPr/>
        </p:nvCxnSpPr>
        <p:spPr>
          <a:xfrm>
            <a:off x="0" y="1701800"/>
            <a:ext cx="12192000" cy="0"/>
          </a:xfrm>
          <a:prstGeom prst="line">
            <a:avLst/>
          </a:prstGeom>
          <a:ln w="19050">
            <a:solidFill>
              <a:srgbClr val="F4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7863D4-A758-4158-8CAE-F9019419D9C1}"/>
              </a:ext>
            </a:extLst>
          </p:cNvPr>
          <p:cNvSpPr/>
          <p:nvPr/>
        </p:nvSpPr>
        <p:spPr>
          <a:xfrm>
            <a:off x="1212782" y="1578543"/>
            <a:ext cx="1225617" cy="269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2"/>
                </a:solidFill>
              </a:rPr>
              <a:t>가입 화면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CF8802-B48E-457E-9ED3-4BB7F09D8BD2}"/>
              </a:ext>
            </a:extLst>
          </p:cNvPr>
          <p:cNvSpPr/>
          <p:nvPr/>
        </p:nvSpPr>
        <p:spPr>
          <a:xfrm>
            <a:off x="5270633" y="1578543"/>
            <a:ext cx="1225617" cy="269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2"/>
                </a:solidFill>
              </a:rPr>
              <a:t>메인 화면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8112C3-413B-4F88-8C0A-3EFDA505862E}"/>
              </a:ext>
            </a:extLst>
          </p:cNvPr>
          <p:cNvSpPr/>
          <p:nvPr/>
        </p:nvSpPr>
        <p:spPr>
          <a:xfrm>
            <a:off x="9328484" y="1578543"/>
            <a:ext cx="1650734" cy="269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2"/>
                </a:solidFill>
              </a:rPr>
              <a:t>사용자 프로필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C71B529-6899-4664-AAC1-81AEE3D0C29B}"/>
              </a:ext>
            </a:extLst>
          </p:cNvPr>
          <p:cNvGrpSpPr/>
          <p:nvPr/>
        </p:nvGrpSpPr>
        <p:grpSpPr>
          <a:xfrm>
            <a:off x="694559" y="4563097"/>
            <a:ext cx="2342426" cy="1901284"/>
            <a:chOff x="702065" y="3563847"/>
            <a:chExt cx="3234306" cy="2625198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0508AE46-8613-4BB2-BE9F-351494CA4B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1826" b="12281"/>
            <a:stretch/>
          </p:blipFill>
          <p:spPr>
            <a:xfrm>
              <a:off x="702065" y="3563847"/>
              <a:ext cx="3234306" cy="2461565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B322E32-A54C-43CE-B50C-C422914F9B6B}"/>
                </a:ext>
              </a:extLst>
            </p:cNvPr>
            <p:cNvSpPr/>
            <p:nvPr/>
          </p:nvSpPr>
          <p:spPr>
            <a:xfrm>
              <a:off x="794083" y="6025415"/>
              <a:ext cx="3003082" cy="16363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F08B47FA-E729-4C27-9E70-0C674A37CC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647" b="48174"/>
          <a:stretch/>
        </p:blipFill>
        <p:spPr>
          <a:xfrm>
            <a:off x="700578" y="2591230"/>
            <a:ext cx="2342426" cy="2045310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568F1345-84CC-462B-84E0-93786855EDE0}"/>
              </a:ext>
            </a:extLst>
          </p:cNvPr>
          <p:cNvGrpSpPr/>
          <p:nvPr/>
        </p:nvGrpSpPr>
        <p:grpSpPr>
          <a:xfrm>
            <a:off x="179129" y="2056809"/>
            <a:ext cx="3336212" cy="4860522"/>
            <a:chOff x="2893041" y="2293496"/>
            <a:chExt cx="2885984" cy="4204586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A85C4943-9317-42BD-A3FA-32113D8908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684" b="95386"/>
            <a:stretch/>
          </p:blipFill>
          <p:spPr>
            <a:xfrm>
              <a:off x="3401798" y="2469000"/>
              <a:ext cx="1894817" cy="11716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D30AA8D-35D3-4CAB-A6F8-5118DFEF9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3041" y="2293496"/>
              <a:ext cx="2885984" cy="4204586"/>
            </a:xfrm>
            <a:prstGeom prst="rect">
              <a:avLst/>
            </a:prstGeom>
          </p:spPr>
        </p:pic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0D102FD-6E41-4769-90C7-BAA1CE3BA1B3}"/>
              </a:ext>
            </a:extLst>
          </p:cNvPr>
          <p:cNvGrpSpPr/>
          <p:nvPr/>
        </p:nvGrpSpPr>
        <p:grpSpPr>
          <a:xfrm>
            <a:off x="4233722" y="2066511"/>
            <a:ext cx="3336212" cy="4735156"/>
            <a:chOff x="311828" y="228600"/>
            <a:chExt cx="4620088" cy="6731000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CF818C77-7DEB-4B10-958A-52FB2E89E1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67304" b="12037"/>
            <a:stretch/>
          </p:blipFill>
          <p:spPr>
            <a:xfrm>
              <a:off x="1004719" y="5098043"/>
              <a:ext cx="3234306" cy="1416791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259ACABF-2CDF-4B8E-BBDA-C2FC27780A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0421" b="23751"/>
            <a:stretch/>
          </p:blipFill>
          <p:spPr>
            <a:xfrm>
              <a:off x="1004719" y="679863"/>
              <a:ext cx="3234306" cy="4514437"/>
            </a:xfrm>
            <a:prstGeom prst="rect">
              <a:avLst/>
            </a:prstGeom>
          </p:spPr>
        </p:pic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1A69CA9-F46F-4F23-A3D8-8BB13D3953AF}"/>
                </a:ext>
              </a:extLst>
            </p:cNvPr>
            <p:cNvGrpSpPr/>
            <p:nvPr/>
          </p:nvGrpSpPr>
          <p:grpSpPr>
            <a:xfrm>
              <a:off x="311828" y="228600"/>
              <a:ext cx="4620088" cy="6731000"/>
              <a:chOff x="2893041" y="2293496"/>
              <a:chExt cx="2885984" cy="4204586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A6EDC401-D05C-45E6-B497-DDAEC150A9E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684" b="95386"/>
              <a:stretch/>
            </p:blipFill>
            <p:spPr>
              <a:xfrm>
                <a:off x="3401798" y="2469000"/>
                <a:ext cx="1894817" cy="117160"/>
              </a:xfrm>
              <a:prstGeom prst="rect">
                <a:avLst/>
              </a:prstGeom>
            </p:spPr>
          </p:pic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4B404D69-3792-4161-A661-74B6ED380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3041" y="2293496"/>
                <a:ext cx="2885984" cy="4204586"/>
              </a:xfrm>
              <a:prstGeom prst="rect">
                <a:avLst/>
              </a:prstGeom>
            </p:spPr>
          </p:pic>
        </p:grp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9B12269-B820-4054-A4E8-8C144CF9E4C1}"/>
              </a:ext>
            </a:extLst>
          </p:cNvPr>
          <p:cNvGrpSpPr/>
          <p:nvPr/>
        </p:nvGrpSpPr>
        <p:grpSpPr>
          <a:xfrm>
            <a:off x="8423988" y="2065171"/>
            <a:ext cx="3336212" cy="4736596"/>
            <a:chOff x="6549070" y="0"/>
            <a:chExt cx="4707260" cy="6858000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DA275134-F34E-466E-9D7B-7328FC1436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0100" b="28591"/>
            <a:stretch/>
          </p:blipFill>
          <p:spPr>
            <a:xfrm>
              <a:off x="7232380" y="381808"/>
              <a:ext cx="3358212" cy="4365663"/>
            </a:xfrm>
            <a:prstGeom prst="rect">
              <a:avLst/>
            </a:prstGeom>
          </p:spPr>
        </p:pic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9C622231-8BF3-41A1-8538-8ACD6436BA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4815" b="46811"/>
            <a:stretch/>
          </p:blipFill>
          <p:spPr>
            <a:xfrm>
              <a:off x="7245080" y="4686065"/>
              <a:ext cx="3358212" cy="1308335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2BA7AE25-62FF-4C09-8423-44459326C5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79812" b="12222"/>
            <a:stretch/>
          </p:blipFill>
          <p:spPr>
            <a:xfrm>
              <a:off x="7270480" y="5758811"/>
              <a:ext cx="3358212" cy="567203"/>
            </a:xfrm>
            <a:prstGeom prst="rect">
              <a:avLst/>
            </a:prstGeom>
          </p:spPr>
        </p:pic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F7F0C980-BE62-4DD8-A663-81681DDE30F0}"/>
                </a:ext>
              </a:extLst>
            </p:cNvPr>
            <p:cNvGrpSpPr/>
            <p:nvPr/>
          </p:nvGrpSpPr>
          <p:grpSpPr>
            <a:xfrm>
              <a:off x="6549070" y="0"/>
              <a:ext cx="4707260" cy="6858000"/>
              <a:chOff x="2893041" y="2293496"/>
              <a:chExt cx="2885984" cy="4204586"/>
            </a:xfrm>
          </p:grpSpPr>
          <p:pic>
            <p:nvPicPr>
              <p:cNvPr id="49" name="그림 48">
                <a:extLst>
                  <a:ext uri="{FF2B5EF4-FFF2-40B4-BE49-F238E27FC236}">
                    <a16:creationId xmlns:a16="http://schemas.microsoft.com/office/drawing/2014/main" id="{A9ADFA5C-97DC-4DC2-B12A-067644CF22F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684" b="95386"/>
              <a:stretch/>
            </p:blipFill>
            <p:spPr>
              <a:xfrm>
                <a:off x="3401798" y="2469000"/>
                <a:ext cx="1894817" cy="117160"/>
              </a:xfrm>
              <a:prstGeom prst="rect">
                <a:avLst/>
              </a:prstGeom>
            </p:spPr>
          </p:pic>
          <p:pic>
            <p:nvPicPr>
              <p:cNvPr id="50" name="그림 49">
                <a:extLst>
                  <a:ext uri="{FF2B5EF4-FFF2-40B4-BE49-F238E27FC236}">
                    <a16:creationId xmlns:a16="http://schemas.microsoft.com/office/drawing/2014/main" id="{A7BFFCAF-E04C-411E-A2E1-E5FD4FD6B1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3041" y="2293496"/>
                <a:ext cx="2885984" cy="420458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3036710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6CA035-F219-40CD-BA7D-4613A9180F5F}"/>
              </a:ext>
            </a:extLst>
          </p:cNvPr>
          <p:cNvSpPr txBox="1"/>
          <p:nvPr/>
        </p:nvSpPr>
        <p:spPr>
          <a:xfrm>
            <a:off x="558800" y="515795"/>
            <a:ext cx="223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FinE</a:t>
            </a:r>
          </a:p>
          <a:p>
            <a:r>
              <a:rPr lang="ko-KR" altLang="en-US" sz="2400" dirty="0"/>
              <a:t>기능 소개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0B0C863-618A-455F-A9DE-14ED8C11CC8D}"/>
              </a:ext>
            </a:extLst>
          </p:cNvPr>
          <p:cNvCxnSpPr/>
          <p:nvPr/>
        </p:nvCxnSpPr>
        <p:spPr>
          <a:xfrm>
            <a:off x="0" y="1701800"/>
            <a:ext cx="12192000" cy="0"/>
          </a:xfrm>
          <a:prstGeom prst="line">
            <a:avLst/>
          </a:prstGeom>
          <a:ln w="19050">
            <a:solidFill>
              <a:srgbClr val="F4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0898BD-D9CD-4AEA-AC9E-8E1629A8FFBC}"/>
              </a:ext>
            </a:extLst>
          </p:cNvPr>
          <p:cNvSpPr/>
          <p:nvPr/>
        </p:nvSpPr>
        <p:spPr>
          <a:xfrm>
            <a:off x="1212782" y="1578543"/>
            <a:ext cx="1225617" cy="269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2"/>
                </a:solidFill>
              </a:rPr>
              <a:t>FinE </a:t>
            </a:r>
            <a:r>
              <a:rPr lang="ko-KR" altLang="en-US" b="1" dirty="0">
                <a:solidFill>
                  <a:schemeClr val="tx2"/>
                </a:solidFill>
              </a:rPr>
              <a:t>맵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D105AC-8164-418D-8566-A933A61682F9}"/>
              </a:ext>
            </a:extLst>
          </p:cNvPr>
          <p:cNvSpPr/>
          <p:nvPr/>
        </p:nvSpPr>
        <p:spPr>
          <a:xfrm>
            <a:off x="5405909" y="1596045"/>
            <a:ext cx="1409300" cy="269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2"/>
                </a:solidFill>
              </a:rPr>
              <a:t>매장 리스트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34247A-94B4-4086-8B44-ADCEA781CE2C}"/>
              </a:ext>
            </a:extLst>
          </p:cNvPr>
          <p:cNvSpPr/>
          <p:nvPr/>
        </p:nvSpPr>
        <p:spPr>
          <a:xfrm>
            <a:off x="9569916" y="1578543"/>
            <a:ext cx="1409301" cy="269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2"/>
                </a:solidFill>
              </a:rPr>
              <a:t>상품 정보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BE2D2DC-DDAA-4CEA-839B-8379B3870CF9}"/>
              </a:ext>
            </a:extLst>
          </p:cNvPr>
          <p:cNvGrpSpPr/>
          <p:nvPr/>
        </p:nvGrpSpPr>
        <p:grpSpPr>
          <a:xfrm>
            <a:off x="275669" y="2199327"/>
            <a:ext cx="3099842" cy="4516154"/>
            <a:chOff x="1358075" y="-617347"/>
            <a:chExt cx="4625234" cy="6738496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0DEC6633-0D2A-453D-A2BD-9BEB09DB224B}"/>
                </a:ext>
              </a:extLst>
            </p:cNvPr>
            <p:cNvGrpSpPr/>
            <p:nvPr/>
          </p:nvGrpSpPr>
          <p:grpSpPr>
            <a:xfrm>
              <a:off x="2053539" y="-165100"/>
              <a:ext cx="3234306" cy="5791200"/>
              <a:chOff x="5168734" y="685800"/>
              <a:chExt cx="3234306" cy="5791200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82E07A21-89B9-43A4-8776-84687821EE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9999" b="22222"/>
              <a:stretch/>
            </p:blipFill>
            <p:spPr>
              <a:xfrm>
                <a:off x="5168734" y="685800"/>
                <a:ext cx="3234306" cy="4648200"/>
              </a:xfrm>
              <a:prstGeom prst="rect">
                <a:avLst/>
              </a:prstGeom>
            </p:spPr>
          </p:pic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2C27376D-5F34-418A-A889-7D8EBEE1FA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60555" b="22778"/>
              <a:stretch/>
            </p:blipFill>
            <p:spPr>
              <a:xfrm>
                <a:off x="5168734" y="5334000"/>
                <a:ext cx="3234306" cy="1143000"/>
              </a:xfrm>
              <a:prstGeom prst="rect">
                <a:avLst/>
              </a:prstGeom>
            </p:spPr>
          </p:pic>
        </p:grp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BCBF2EB-D48D-4C4B-892A-2FA9E5E0F9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434" t="82026" r="5019" b="12101"/>
            <a:stretch/>
          </p:blipFill>
          <p:spPr>
            <a:xfrm>
              <a:off x="2156093" y="5257990"/>
              <a:ext cx="2984500" cy="410423"/>
            </a:xfrm>
            <a:prstGeom prst="rect">
              <a:avLst/>
            </a:prstGeom>
          </p:spPr>
        </p:pic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5B4029E3-8E28-467A-A506-D07A691381B0}"/>
                </a:ext>
              </a:extLst>
            </p:cNvPr>
            <p:cNvGrpSpPr/>
            <p:nvPr/>
          </p:nvGrpSpPr>
          <p:grpSpPr>
            <a:xfrm>
              <a:off x="1358075" y="-617347"/>
              <a:ext cx="4625234" cy="6738496"/>
              <a:chOff x="2893041" y="2293496"/>
              <a:chExt cx="2885984" cy="4204586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E7913FCD-899B-41A4-B1A7-76C5D59927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1684" b="95386"/>
              <a:stretch/>
            </p:blipFill>
            <p:spPr>
              <a:xfrm>
                <a:off x="3401798" y="2469000"/>
                <a:ext cx="1894817" cy="117160"/>
              </a:xfrm>
              <a:prstGeom prst="rect">
                <a:avLst/>
              </a:prstGeom>
            </p:spPr>
          </p:pic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324B624C-3C06-4066-BE71-7B5E366943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3041" y="2293496"/>
                <a:ext cx="2885984" cy="4204586"/>
              </a:xfrm>
              <a:prstGeom prst="rect">
                <a:avLst/>
              </a:prstGeom>
            </p:spPr>
          </p:pic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0D57604-DB8C-4C45-8B2C-0CBD10CF0C55}"/>
              </a:ext>
            </a:extLst>
          </p:cNvPr>
          <p:cNvGrpSpPr/>
          <p:nvPr/>
        </p:nvGrpSpPr>
        <p:grpSpPr>
          <a:xfrm>
            <a:off x="4501179" y="2199327"/>
            <a:ext cx="3189642" cy="4646986"/>
            <a:chOff x="6241357" y="-177968"/>
            <a:chExt cx="4611486" cy="6718468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46F6B01E-20CA-4449-9AEE-2A12149F16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632" b="21294"/>
            <a:stretch/>
          </p:blipFill>
          <p:spPr>
            <a:xfrm>
              <a:off x="6891846" y="139532"/>
              <a:ext cx="3331653" cy="4737100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67C070C8-4545-40FD-B8A3-B7A9E9FF3D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3333" b="24072"/>
            <a:stretch/>
          </p:blipFill>
          <p:spPr>
            <a:xfrm>
              <a:off x="6891845" y="4876632"/>
              <a:ext cx="3331653" cy="863768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54085DE1-37A1-47B6-86B8-659150BAD9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702" t="80727" r="5337" b="11866"/>
            <a:stretch/>
          </p:blipFill>
          <p:spPr>
            <a:xfrm>
              <a:off x="7048500" y="5600700"/>
              <a:ext cx="2997200" cy="508000"/>
            </a:xfrm>
            <a:prstGeom prst="rect">
              <a:avLst/>
            </a:prstGeom>
          </p:spPr>
        </p:pic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BBCBBC6-7B1E-43AB-97AA-569E68C56379}"/>
                </a:ext>
              </a:extLst>
            </p:cNvPr>
            <p:cNvGrpSpPr/>
            <p:nvPr/>
          </p:nvGrpSpPr>
          <p:grpSpPr>
            <a:xfrm>
              <a:off x="6241357" y="-177968"/>
              <a:ext cx="4611486" cy="6718468"/>
              <a:chOff x="2893041" y="2293496"/>
              <a:chExt cx="2885984" cy="4204586"/>
            </a:xfrm>
          </p:grpSpPr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591D07AA-0C87-4166-B19E-81BBA366F6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1684" b="95386"/>
              <a:stretch/>
            </p:blipFill>
            <p:spPr>
              <a:xfrm>
                <a:off x="3401798" y="2469000"/>
                <a:ext cx="1894817" cy="117160"/>
              </a:xfrm>
              <a:prstGeom prst="rect">
                <a:avLst/>
              </a:prstGeom>
            </p:spPr>
          </p:pic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500893C0-9E80-416D-A80F-27C5986802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3041" y="2293496"/>
                <a:ext cx="2885984" cy="4204586"/>
              </a:xfrm>
              <a:prstGeom prst="rect">
                <a:avLst/>
              </a:prstGeom>
            </p:spPr>
          </p:pic>
        </p:grp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D35EF1D-C4B7-4E4D-B2A6-A8120D8B7F91}"/>
              </a:ext>
            </a:extLst>
          </p:cNvPr>
          <p:cNvGrpSpPr/>
          <p:nvPr/>
        </p:nvGrpSpPr>
        <p:grpSpPr>
          <a:xfrm>
            <a:off x="8681814" y="2136925"/>
            <a:ext cx="3185504" cy="4640958"/>
            <a:chOff x="6940496" y="-1101893"/>
            <a:chExt cx="4611486" cy="6718468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1C16AAF-12C3-4A9C-811C-074A0C98DF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4431" t="60000" r="4078" b="23344"/>
            <a:stretch/>
          </p:blipFill>
          <p:spPr>
            <a:xfrm>
              <a:off x="7772400" y="3799682"/>
              <a:ext cx="2959100" cy="1142207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493717C3-0CD5-4CAF-A80C-49CB74B4D7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9931" b="23333"/>
            <a:stretch/>
          </p:blipFill>
          <p:spPr>
            <a:xfrm>
              <a:off x="7629086" y="-777082"/>
              <a:ext cx="3234306" cy="4576764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3F841D44-C198-4413-B1D9-80BA6868FA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4431" t="81921" r="4078" b="12037"/>
            <a:stretch/>
          </p:blipFill>
          <p:spPr>
            <a:xfrm>
              <a:off x="7772400" y="4734719"/>
              <a:ext cx="2959100" cy="414339"/>
            </a:xfrm>
            <a:prstGeom prst="rect">
              <a:avLst/>
            </a:prstGeom>
          </p:spPr>
        </p:pic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91CC9B6-8C36-4A27-9084-2F6772B05147}"/>
                </a:ext>
              </a:extLst>
            </p:cNvPr>
            <p:cNvGrpSpPr/>
            <p:nvPr/>
          </p:nvGrpSpPr>
          <p:grpSpPr>
            <a:xfrm>
              <a:off x="6940496" y="-1101893"/>
              <a:ext cx="4611486" cy="6718468"/>
              <a:chOff x="2893041" y="2293496"/>
              <a:chExt cx="2885984" cy="4204586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640D631C-82B2-4933-938F-284794685A8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1684" b="95386"/>
              <a:stretch/>
            </p:blipFill>
            <p:spPr>
              <a:xfrm>
                <a:off x="3401798" y="2469000"/>
                <a:ext cx="1894817" cy="117160"/>
              </a:xfrm>
              <a:prstGeom prst="rect">
                <a:avLst/>
              </a:prstGeom>
            </p:spPr>
          </p:pic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36F77BE8-3C16-4321-9CA9-C984542DB0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3041" y="2293496"/>
                <a:ext cx="2885984" cy="420458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26342326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213</Words>
  <Application>Microsoft Office PowerPoint</Application>
  <PresentationFormat>와이드스크린</PresentationFormat>
  <Paragraphs>84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Adobe 고딕 Std B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1 오프라인 쇼핑몰의 모든 정보를 한눈에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박다정</dc:creator>
  <cp:lastModifiedBy>박다정</cp:lastModifiedBy>
  <cp:revision>68</cp:revision>
  <dcterms:created xsi:type="dcterms:W3CDTF">2019-10-12T02:17:49Z</dcterms:created>
  <dcterms:modified xsi:type="dcterms:W3CDTF">2019-10-12T21:00:12Z</dcterms:modified>
</cp:coreProperties>
</file>